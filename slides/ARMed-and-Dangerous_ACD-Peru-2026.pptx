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21"/>
    <p:sldId id="301" r:id="rId20"/>
    <p:sldId id="302" r:id="rId19"/>
    <p:sldId id="303" r:id="rId18"/>
    <p:sldId id="304" r:id="rId17"/>
    <p:sldId id="305" r:id="rId16"/>
    <p:sldId id="306" r:id="rId15"/>
    <p:sldId id="307" r:id="rId14"/>
    <p:sldId id="308" r:id="rId13"/>
    <p:sldId id="309" r:id="rId12"/>
    <p:sldId id="310" r:id="rId11"/>
    <p:sldId id="311" r:id="rId10"/>
    <p:sldId id="312" r:id="rId9"/>
    <p:sldId id="313" r:id="rId8"/>
    <p:sldId id="314" r:id="rId7"/>
    <p:sldId id="315" r:id="rId6"/>
    <p:sldId id="316" r:id="rId50"/>
    <p:sldId id="317" r:id="rId51"/>
    <p:sldId id="318" r:id="rId52"/>
    <p:sldId id="285" r:id="rId34"/>
    <p:sldId id="319" r:id="rId53"/>
    <p:sldId id="286" r:id="rId35"/>
    <p:sldId id="287" r:id="rId36"/>
  </p:sldIdLst>
  <p:sldSz cy="6858000" cx="12192000"/>
  <p:notesSz cx="6858000" cy="12192000"/>
  <p:embeddedFontLst>
    <p:embeddedFont>
      <p:font typeface="Inter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JetBrains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/mRK0OlEn+06fpYdnpGv0eh2C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9.xml"/><Relationship Id="rId7" Type="http://schemas.openxmlformats.org/officeDocument/2006/relationships/slide" Target="slides/slide28.xml"/><Relationship Id="rId8" Type="http://schemas.openxmlformats.org/officeDocument/2006/relationships/slide" Target="slides/slide27.xml"/><Relationship Id="rId9" Type="http://schemas.openxmlformats.org/officeDocument/2006/relationships/slide" Target="slides/slide26.xml"/><Relationship Id="rId10" Type="http://schemas.openxmlformats.org/officeDocument/2006/relationships/slide" Target="slides/slide25.xml"/><Relationship Id="rId11" Type="http://schemas.openxmlformats.org/officeDocument/2006/relationships/slide" Target="slides/slide24.xml"/><Relationship Id="rId12" Type="http://schemas.openxmlformats.org/officeDocument/2006/relationships/slide" Target="slides/slide23.xml"/><Relationship Id="rId13" Type="http://schemas.openxmlformats.org/officeDocument/2006/relationships/slide" Target="slides/slide22.xml"/><Relationship Id="rId14" Type="http://schemas.openxmlformats.org/officeDocument/2006/relationships/slide" Target="slides/slide21.xml"/><Relationship Id="rId15" Type="http://schemas.openxmlformats.org/officeDocument/2006/relationships/slide" Target="slides/slide20.xml"/><Relationship Id="rId16" Type="http://schemas.openxmlformats.org/officeDocument/2006/relationships/slide" Target="slides/slide19.xml"/><Relationship Id="rId17" Type="http://schemas.openxmlformats.org/officeDocument/2006/relationships/slide" Target="slides/slide18.xml"/><Relationship Id="rId18" Type="http://schemas.openxmlformats.org/officeDocument/2006/relationships/slide" Target="slides/slide17.xml"/><Relationship Id="rId19" Type="http://schemas.openxmlformats.org/officeDocument/2006/relationships/slide" Target="slides/slide16.xml"/><Relationship Id="rId20" Type="http://schemas.openxmlformats.org/officeDocument/2006/relationships/slide" Target="slides/slide15.xml"/><Relationship Id="rId21" Type="http://schemas.openxmlformats.org/officeDocument/2006/relationships/slide" Target="slides/slide14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33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font" Target="fonts/Inter-regular.fntdata"/><Relationship Id="rId38" Type="http://schemas.openxmlformats.org/officeDocument/2006/relationships/font" Target="fonts/Inter-bold.fntdata"/><Relationship Id="rId39" Type="http://schemas.openxmlformats.org/officeDocument/2006/relationships/font" Target="fonts/Inter-italic.fntdata"/><Relationship Id="rId40" Type="http://schemas.openxmlformats.org/officeDocument/2006/relationships/font" Target="fonts/Inter-boldItalic.fntdata"/><Relationship Id="rId41" Type="http://schemas.openxmlformats.org/officeDocument/2006/relationships/font" Target="fonts/Montserrat-regular.fntdata"/><Relationship Id="rId42" Type="http://schemas.openxmlformats.org/officeDocument/2006/relationships/font" Target="fonts/Montserrat-bold.fntdata"/><Relationship Id="rId43" Type="http://schemas.openxmlformats.org/officeDocument/2006/relationships/font" Target="fonts/Montserrat-italic.fntdata"/><Relationship Id="rId44" Type="http://schemas.openxmlformats.org/officeDocument/2006/relationships/font" Target="fonts/Montserrat-boldItalic.fntdata"/><Relationship Id="rId45" Type="http://schemas.openxmlformats.org/officeDocument/2006/relationships/font" Target="fonts/JetBrainsMono-regular.fntdata"/><Relationship Id="rId46" Type="http://schemas.openxmlformats.org/officeDocument/2006/relationships/font" Target="fonts/JetBrainsMono-bold.fntdata"/><Relationship Id="rId47" Type="http://schemas.openxmlformats.org/officeDocument/2006/relationships/font" Target="fonts/JetBrainsMono-italic.fntdata"/><Relationship Id="rId48" Type="http://schemas.openxmlformats.org/officeDocument/2006/relationships/font" Target="fonts/JetBrainsMono-boldItalic.fntdata"/><Relationship Id="rId49" Type="http://customschemas.google.com/relationships/presentationmetadata" Target="metadata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Portada. Usa el título tal como aparece en la agenda. Track, sala y hora según tu sesión en Sessionize.</a:t>
            </a:r>
            <a:endParaRPr/>
          </a:p>
        </p:txBody>
      </p:sp>
      <p:sp>
        <p:nvSpPr>
          <p:cNvPr id="420" name="Google Shape;4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3" name="Google Shape;75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Reemplaza el QR por uno a tu LinkedIn o a tus slides.</a:t>
            </a:r>
            <a:endParaRPr/>
          </a:p>
        </p:txBody>
      </p:sp>
      <p:sp>
        <p:nvSpPr>
          <p:cNvPr id="765" name="Google Shape;76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3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Contenido · claro">
  <p:cSld name="09 Contenido · cla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23C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" type="body"/>
          </p:nvPr>
        </p:nvSpPr>
        <p:spPr>
          <a:xfrm>
            <a:off x="640080" y="1783080"/>
            <a:ext cx="1024128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5123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5123C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" name="Google Shape;14;p35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A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15;p35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Portada">
  <p:cSld name="01 Porta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d/assets/logo_h.png" id="17" name="Google Shape;1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2286000" cy="126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d/assets/mono_saluda.png" id="18" name="Google Shape;1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2057400"/>
            <a:ext cx="3813962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6"/>
          <p:cNvSpPr txBox="1"/>
          <p:nvPr>
            <p:ph type="title"/>
          </p:nvPr>
        </p:nvSpPr>
        <p:spPr>
          <a:xfrm>
            <a:off x="640080" y="2148840"/>
            <a:ext cx="70408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6"/>
          <p:cNvSpPr txBox="1"/>
          <p:nvPr>
            <p:ph idx="1" type="body"/>
          </p:nvPr>
        </p:nvSpPr>
        <p:spPr>
          <a:xfrm>
            <a:off x="640080" y="41605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" name="Google Shape;21;p36"/>
          <p:cNvSpPr txBox="1"/>
          <p:nvPr>
            <p:ph idx="2" type="body"/>
          </p:nvPr>
        </p:nvSpPr>
        <p:spPr>
          <a:xfrm>
            <a:off x="640080" y="45720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EA7F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" name="Google Shape;22;p36"/>
          <p:cNvSpPr/>
          <p:nvPr/>
        </p:nvSpPr>
        <p:spPr>
          <a:xfrm>
            <a:off x="640080" y="54406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TRACK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36"/>
          <p:cNvSpPr/>
          <p:nvPr/>
        </p:nvSpPr>
        <p:spPr>
          <a:xfrm>
            <a:off x="3703320" y="54406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SALA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24;p36"/>
          <p:cNvSpPr/>
          <p:nvPr/>
        </p:nvSpPr>
        <p:spPr>
          <a:xfrm>
            <a:off x="5760720" y="5440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HORA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" name="Google Shape;25;p36"/>
          <p:cNvCxnSpPr/>
          <p:nvPr/>
        </p:nvCxnSpPr>
        <p:spPr>
          <a:xfrm>
            <a:off x="3429000" y="5468112"/>
            <a:ext cx="0" cy="566928"/>
          </a:xfrm>
          <a:prstGeom prst="straightConnector1">
            <a:avLst/>
          </a:prstGeom>
          <a:noFill/>
          <a:ln cap="flat" cmpd="sng" w="12700">
            <a:solidFill>
              <a:srgbClr val="3A2F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6"/>
          <p:cNvCxnSpPr/>
          <p:nvPr/>
        </p:nvCxnSpPr>
        <p:spPr>
          <a:xfrm>
            <a:off x="5486400" y="5468112"/>
            <a:ext cx="0" cy="566928"/>
          </a:xfrm>
          <a:prstGeom prst="straightConnector1">
            <a:avLst/>
          </a:prstGeom>
          <a:noFill/>
          <a:ln cap="flat" cmpd="sng" w="12700">
            <a:solidFill>
              <a:srgbClr val="3A2F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6"/>
          <p:cNvSpPr txBox="1"/>
          <p:nvPr>
            <p:ph idx="3" type="body"/>
          </p:nvPr>
        </p:nvSpPr>
        <p:spPr>
          <a:xfrm>
            <a:off x="640080" y="573328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" name="Google Shape;28;p36"/>
          <p:cNvSpPr txBox="1"/>
          <p:nvPr>
            <p:ph idx="4" type="body"/>
          </p:nvPr>
        </p:nvSpPr>
        <p:spPr>
          <a:xfrm>
            <a:off x="3703320" y="57332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" name="Google Shape;29;p36"/>
          <p:cNvSpPr txBox="1"/>
          <p:nvPr>
            <p:ph idx="5" type="body"/>
          </p:nvPr>
        </p:nvSpPr>
        <p:spPr>
          <a:xfrm>
            <a:off x="5760720" y="573328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Sobre mí">
  <p:cSld name="02 Sobre mí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/>
          <p:nvPr/>
        </p:nvSpPr>
        <p:spPr>
          <a:xfrm>
            <a:off x="868680" y="1097280"/>
            <a:ext cx="3749040" cy="46634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7"/>
          <p:cNvSpPr txBox="1"/>
          <p:nvPr>
            <p:ph idx="1" type="body"/>
          </p:nvPr>
        </p:nvSpPr>
        <p:spPr>
          <a:xfrm>
            <a:off x="640080" y="868680"/>
            <a:ext cx="374904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" name="Google Shape;33;p37"/>
          <p:cNvSpPr/>
          <p:nvPr/>
        </p:nvSpPr>
        <p:spPr>
          <a:xfrm>
            <a:off x="5257800" y="960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SOBRE MÍ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Google Shape;34;p37"/>
          <p:cNvSpPr txBox="1"/>
          <p:nvPr>
            <p:ph type="title"/>
          </p:nvPr>
        </p:nvSpPr>
        <p:spPr>
          <a:xfrm>
            <a:off x="5257800" y="1280160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b="1" i="0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37"/>
          <p:cNvSpPr txBox="1"/>
          <p:nvPr>
            <p:ph idx="2" type="body"/>
          </p:nvPr>
        </p:nvSpPr>
        <p:spPr>
          <a:xfrm>
            <a:off x="5257800" y="210312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BEA7F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6" name="Google Shape;36;p37"/>
          <p:cNvSpPr txBox="1"/>
          <p:nvPr>
            <p:ph idx="3" type="body"/>
          </p:nvPr>
        </p:nvSpPr>
        <p:spPr>
          <a:xfrm>
            <a:off x="5257800" y="2788920"/>
            <a:ext cx="6217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340"/>
              </a:spcBef>
              <a:spcAft>
                <a:spcPts val="0"/>
              </a:spcAft>
              <a:buClr>
                <a:srgbClr val="DCD6F7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7" name="Google Shape;37;p37"/>
          <p:cNvSpPr txBox="1"/>
          <p:nvPr>
            <p:ph idx="4" type="body"/>
          </p:nvPr>
        </p:nvSpPr>
        <p:spPr>
          <a:xfrm>
            <a:off x="5257800" y="50749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EA7F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8" name="Google Shape;38;p37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37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Agenda">
  <p:cSld name="03 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38"/>
          <p:cNvSpPr txBox="1"/>
          <p:nvPr>
            <p:ph type="title"/>
          </p:nvPr>
        </p:nvSpPr>
        <p:spPr>
          <a:xfrm>
            <a:off x="640080" y="1280160"/>
            <a:ext cx="40233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b="1" i="0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38"/>
          <p:cNvSpPr txBox="1"/>
          <p:nvPr>
            <p:ph idx="1" type="body"/>
          </p:nvPr>
        </p:nvSpPr>
        <p:spPr>
          <a:xfrm>
            <a:off x="5394960" y="960120"/>
            <a:ext cx="6126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4" name="Google Shape;44;p38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38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Separador de sección">
  <p:cSld name="04 Separador de sec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d/assets/mono_pulgar.png" id="47" name="Google Shape;4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2148840"/>
            <a:ext cx="3703218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9"/>
          <p:cNvSpPr txBox="1"/>
          <p:nvPr>
            <p:ph idx="1" type="body"/>
          </p:nvPr>
        </p:nvSpPr>
        <p:spPr>
          <a:xfrm>
            <a:off x="640080" y="123444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FF9900"/>
              </a:buClr>
              <a:buSzPts val="8800"/>
              <a:buFont typeface="Arial"/>
              <a:buNone/>
              <a:defRPr b="1" i="0" sz="88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" name="Google Shape;49;p39"/>
          <p:cNvSpPr txBox="1"/>
          <p:nvPr>
            <p:ph type="title"/>
          </p:nvPr>
        </p:nvSpPr>
        <p:spPr>
          <a:xfrm>
            <a:off x="640080" y="2834640"/>
            <a:ext cx="6949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  <a:defRPr b="1" i="0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9"/>
          <p:cNvSpPr txBox="1"/>
          <p:nvPr>
            <p:ph idx="2" type="body"/>
          </p:nvPr>
        </p:nvSpPr>
        <p:spPr>
          <a:xfrm>
            <a:off x="640080" y="452628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BEA7F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1" name="Google Shape;51;p39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Contenido · oscuro">
  <p:cSld name="05 Contenido · o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0"/>
          <p:cNvSpPr txBox="1"/>
          <p:nvPr>
            <p:ph idx="1" type="body"/>
          </p:nvPr>
        </p:nvSpPr>
        <p:spPr>
          <a:xfrm>
            <a:off x="640080" y="1783080"/>
            <a:ext cx="1024128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DCD6F7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40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40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Dos columnas · oscuro">
  <p:cSld name="06 Dos columnas · o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1"/>
          <p:cNvSpPr/>
          <p:nvPr/>
        </p:nvSpPr>
        <p:spPr>
          <a:xfrm>
            <a:off x="640080" y="1783080"/>
            <a:ext cx="5285232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1"/>
          <p:cNvSpPr txBox="1"/>
          <p:nvPr>
            <p:ph idx="1" type="body"/>
          </p:nvPr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EA7F8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BEA7F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1" name="Google Shape;61;p41"/>
          <p:cNvSpPr txBox="1"/>
          <p:nvPr>
            <p:ph idx="2" type="body"/>
          </p:nvPr>
        </p:nvSpPr>
        <p:spPr>
          <a:xfrm>
            <a:off x="1005840" y="2743200"/>
            <a:ext cx="4572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340"/>
              </a:spcBef>
              <a:spcAft>
                <a:spcPts val="0"/>
              </a:spcAft>
              <a:buClr>
                <a:srgbClr val="DCD6F7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2" name="Google Shape;62;p41"/>
          <p:cNvSpPr/>
          <p:nvPr/>
        </p:nvSpPr>
        <p:spPr>
          <a:xfrm>
            <a:off x="6263640" y="1783080"/>
            <a:ext cx="5285232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1"/>
          <p:cNvSpPr txBox="1"/>
          <p:nvPr>
            <p:ph idx="3" type="body"/>
          </p:nvPr>
        </p:nvSpPr>
        <p:spPr>
          <a:xfrm>
            <a:off x="662940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EA7F8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BEA7F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41"/>
          <p:cNvSpPr txBox="1"/>
          <p:nvPr>
            <p:ph idx="4" type="body"/>
          </p:nvPr>
        </p:nvSpPr>
        <p:spPr>
          <a:xfrm>
            <a:off x="6629400" y="2743200"/>
            <a:ext cx="4572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340"/>
              </a:spcBef>
              <a:spcAft>
                <a:spcPts val="0"/>
              </a:spcAft>
              <a:buClr>
                <a:srgbClr val="DCD6F7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41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41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Imagen y texto · oscuro">
  <p:cSld name="07 Imagen y texto · o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2"/>
          <p:cNvSpPr txBox="1"/>
          <p:nvPr>
            <p:ph idx="1" type="body"/>
          </p:nvPr>
        </p:nvSpPr>
        <p:spPr>
          <a:xfrm>
            <a:off x="6309360" y="0"/>
            <a:ext cx="588233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42"/>
          <p:cNvSpPr txBox="1"/>
          <p:nvPr>
            <p:ph type="title"/>
          </p:nvPr>
        </p:nvSpPr>
        <p:spPr>
          <a:xfrm>
            <a:off x="640080" y="91440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2"/>
          <p:cNvSpPr txBox="1"/>
          <p:nvPr>
            <p:ph idx="2" type="body"/>
          </p:nvPr>
        </p:nvSpPr>
        <p:spPr>
          <a:xfrm>
            <a:off x="640080" y="30632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DCD6F7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42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42"/>
          <p:cNvSpPr txBox="1"/>
          <p:nvPr>
            <p:ph idx="12" type="sldNum"/>
          </p:nvPr>
        </p:nvSpPr>
        <p:spPr>
          <a:xfrm>
            <a:off x="5303520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Diagrama · oscuro">
  <p:cSld name="08 Diagrama · o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3"/>
          <p:cNvSpPr txBox="1"/>
          <p:nvPr>
            <p:ph type="title"/>
          </p:nvPr>
        </p:nvSpPr>
        <p:spPr>
          <a:xfrm>
            <a:off x="640080" y="457200"/>
            <a:ext cx="9509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b="1" i="0" sz="3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3"/>
          <p:cNvSpPr txBox="1"/>
          <p:nvPr>
            <p:ph idx="1" type="body"/>
          </p:nvPr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BEA7F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6" name="Google Shape;76;p43"/>
          <p:cNvSpPr/>
          <p:nvPr/>
        </p:nvSpPr>
        <p:spPr>
          <a:xfrm>
            <a:off x="640080" y="1874520"/>
            <a:ext cx="10908792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 txBox="1"/>
          <p:nvPr>
            <p:ph idx="2" type="body"/>
          </p:nvPr>
        </p:nvSpPr>
        <p:spPr>
          <a:xfrm>
            <a:off x="822960" y="2011680"/>
            <a:ext cx="10543032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8" name="Google Shape;78;p43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Dos columnas · claro">
  <p:cSld name="10 Dos columnas · cla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4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23C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4"/>
          <p:cNvSpPr/>
          <p:nvPr/>
        </p:nvSpPr>
        <p:spPr>
          <a:xfrm>
            <a:off x="640080" y="1783080"/>
            <a:ext cx="5285232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4"/>
          <p:cNvSpPr txBox="1"/>
          <p:nvPr>
            <p:ph idx="1" type="body"/>
          </p:nvPr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D4AE8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6D4AE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44"/>
          <p:cNvSpPr txBox="1"/>
          <p:nvPr>
            <p:ph idx="2" type="body"/>
          </p:nvPr>
        </p:nvSpPr>
        <p:spPr>
          <a:xfrm>
            <a:off x="1005840" y="2743200"/>
            <a:ext cx="4572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340"/>
              </a:spcBef>
              <a:spcAft>
                <a:spcPts val="0"/>
              </a:spcAft>
              <a:buClr>
                <a:srgbClr val="15123C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15123C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5" name="Google Shape;85;p44"/>
          <p:cNvSpPr/>
          <p:nvPr/>
        </p:nvSpPr>
        <p:spPr>
          <a:xfrm>
            <a:off x="6263640" y="1783080"/>
            <a:ext cx="5285232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 txBox="1"/>
          <p:nvPr>
            <p:ph idx="3" type="body"/>
          </p:nvPr>
        </p:nvSpPr>
        <p:spPr>
          <a:xfrm>
            <a:off x="662940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D4AE8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6D4AE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7" name="Google Shape;87;p44"/>
          <p:cNvSpPr txBox="1"/>
          <p:nvPr>
            <p:ph idx="4" type="body"/>
          </p:nvPr>
        </p:nvSpPr>
        <p:spPr>
          <a:xfrm>
            <a:off x="6629400" y="2743200"/>
            <a:ext cx="4572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340"/>
              </a:spcBef>
              <a:spcAft>
                <a:spcPts val="0"/>
              </a:spcAft>
              <a:buClr>
                <a:srgbClr val="15123C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15123C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" name="Google Shape;88;p44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A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44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Imagen y texto · claro">
  <p:cSld name="11 Imagen y texto · cla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5"/>
          <p:cNvSpPr txBox="1"/>
          <p:nvPr>
            <p:ph idx="1" type="body"/>
          </p:nvPr>
        </p:nvSpPr>
        <p:spPr>
          <a:xfrm>
            <a:off x="6309360" y="0"/>
            <a:ext cx="588233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" name="Google Shape;92;p45"/>
          <p:cNvSpPr txBox="1"/>
          <p:nvPr>
            <p:ph type="title"/>
          </p:nvPr>
        </p:nvSpPr>
        <p:spPr>
          <a:xfrm>
            <a:off x="640080" y="91440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23C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45"/>
          <p:cNvSpPr txBox="1"/>
          <p:nvPr>
            <p:ph idx="2" type="body"/>
          </p:nvPr>
        </p:nvSpPr>
        <p:spPr>
          <a:xfrm>
            <a:off x="640080" y="30632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15123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15123C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" name="Google Shape;94;p45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A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45"/>
          <p:cNvSpPr txBox="1"/>
          <p:nvPr>
            <p:ph idx="12" type="sldNum"/>
          </p:nvPr>
        </p:nvSpPr>
        <p:spPr>
          <a:xfrm>
            <a:off x="5303520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Diagrama · claro">
  <p:cSld name="12 Diagrama · cla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6"/>
          <p:cNvSpPr txBox="1"/>
          <p:nvPr>
            <p:ph type="title"/>
          </p:nvPr>
        </p:nvSpPr>
        <p:spPr>
          <a:xfrm>
            <a:off x="640080" y="457200"/>
            <a:ext cx="9509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23C"/>
              </a:buClr>
              <a:buSzPts val="3200"/>
              <a:buFont typeface="Montserrat"/>
              <a:buNone/>
              <a:defRPr b="1" i="0" sz="32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46"/>
          <p:cNvSpPr txBox="1"/>
          <p:nvPr>
            <p:ph idx="1" type="body"/>
          </p:nvPr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E5A8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46"/>
          <p:cNvSpPr/>
          <p:nvPr/>
        </p:nvSpPr>
        <p:spPr>
          <a:xfrm>
            <a:off x="640080" y="1874520"/>
            <a:ext cx="10908792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6"/>
          <p:cNvSpPr txBox="1"/>
          <p:nvPr>
            <p:ph idx="2" type="body"/>
          </p:nvPr>
        </p:nvSpPr>
        <p:spPr>
          <a:xfrm>
            <a:off x="822960" y="2011680"/>
            <a:ext cx="10543032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" name="Google Shape;101;p46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A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46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Código">
  <p:cSld name="13 Códi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7"/>
          <p:cNvSpPr txBox="1"/>
          <p:nvPr>
            <p:ph type="title"/>
          </p:nvPr>
        </p:nvSpPr>
        <p:spPr>
          <a:xfrm>
            <a:off x="640080" y="457200"/>
            <a:ext cx="9509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b="1" i="0" sz="3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47"/>
          <p:cNvSpPr/>
          <p:nvPr/>
        </p:nvSpPr>
        <p:spPr>
          <a:xfrm>
            <a:off x="640080" y="1508760"/>
            <a:ext cx="10908792" cy="4526280"/>
          </a:xfrm>
          <a:prstGeom prst="rect">
            <a:avLst/>
          </a:prstGeom>
          <a:solidFill>
            <a:srgbClr val="07061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dot.png" id="106" name="Google Shape;10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737360"/>
            <a:ext cx="128016" cy="128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d/assets/c_dot.png" id="107" name="Google Shape;10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856" y="1737360"/>
            <a:ext cx="128016" cy="128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d/assets/c_dot.png" id="108" name="Google Shape;10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312" y="173736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7"/>
          <p:cNvSpPr txBox="1"/>
          <p:nvPr>
            <p:ph idx="1" type="body"/>
          </p:nvPr>
        </p:nvSpPr>
        <p:spPr>
          <a:xfrm>
            <a:off x="1691640" y="16733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C86B6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C86B6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110" name="Google Shape;110;p47"/>
          <p:cNvCxnSpPr/>
          <p:nvPr/>
        </p:nvCxnSpPr>
        <p:spPr>
          <a:xfrm>
            <a:off x="640080" y="2103120"/>
            <a:ext cx="10908792" cy="0"/>
          </a:xfrm>
          <a:prstGeom prst="straightConnector1">
            <a:avLst/>
          </a:prstGeom>
          <a:noFill/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47"/>
          <p:cNvSpPr txBox="1"/>
          <p:nvPr>
            <p:ph idx="2" type="body"/>
          </p:nvPr>
        </p:nvSpPr>
        <p:spPr>
          <a:xfrm>
            <a:off x="960120" y="2331720"/>
            <a:ext cx="1024128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CD6F7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2" name="Google Shape;112;p47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47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Dato grande">
  <p:cSld name="14 Dato gran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8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EL DATO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48"/>
          <p:cNvSpPr txBox="1"/>
          <p:nvPr>
            <p:ph idx="1" type="body"/>
          </p:nvPr>
        </p:nvSpPr>
        <p:spPr>
          <a:xfrm>
            <a:off x="640080" y="1417320"/>
            <a:ext cx="10515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Arial"/>
              <a:buNone/>
              <a:defRPr b="1" i="0" sz="1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48"/>
          <p:cNvSpPr txBox="1"/>
          <p:nvPr>
            <p:ph type="title"/>
          </p:nvPr>
        </p:nvSpPr>
        <p:spPr>
          <a:xfrm>
            <a:off x="640080" y="379476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EA7F8"/>
              </a:buClr>
              <a:buSzPts val="2600"/>
              <a:buFont typeface="Montserrat"/>
              <a:buNone/>
              <a:defRPr b="1" i="0" sz="2600" u="none" cap="none" strike="noStrike">
                <a:solidFill>
                  <a:srgbClr val="BEA7F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48"/>
          <p:cNvSpPr txBox="1"/>
          <p:nvPr>
            <p:ph idx="2" type="body"/>
          </p:nvPr>
        </p:nvSpPr>
        <p:spPr>
          <a:xfrm>
            <a:off x="640080" y="49834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8C86B6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48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48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Cita">
  <p:cSld name="15 Ci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9"/>
          <p:cNvSpPr/>
          <p:nvPr/>
        </p:nvSpPr>
        <p:spPr>
          <a:xfrm>
            <a:off x="502920" y="320040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8000"/>
              <a:buFont typeface="Montserrat"/>
              <a:buNone/>
            </a:pPr>
            <a:r>
              <a:rPr b="1" i="0" lang="en-US" sz="18000" u="none" cap="none" strike="noStrike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b="0" i="0" sz="18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49"/>
          <p:cNvSpPr txBox="1"/>
          <p:nvPr>
            <p:ph type="title"/>
          </p:nvPr>
        </p:nvSpPr>
        <p:spPr>
          <a:xfrm>
            <a:off x="1325880" y="1737360"/>
            <a:ext cx="9509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b="0" i="0" sz="3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49"/>
          <p:cNvSpPr txBox="1"/>
          <p:nvPr>
            <p:ph idx="1" type="body"/>
          </p:nvPr>
        </p:nvSpPr>
        <p:spPr>
          <a:xfrm>
            <a:off x="1325880" y="45720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 b="1" i="0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5" name="Google Shape;125;p49"/>
          <p:cNvSpPr txBox="1"/>
          <p:nvPr>
            <p:ph idx="2" type="body"/>
          </p:nvPr>
        </p:nvSpPr>
        <p:spPr>
          <a:xfrm>
            <a:off x="1325880" y="4983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EA7F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6" name="Google Shape;126;p49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49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Demo en vivo">
  <p:cSld name="16 Demo en viv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0"/>
          <p:cNvSpPr/>
          <p:nvPr/>
        </p:nvSpPr>
        <p:spPr>
          <a:xfrm>
            <a:off x="640080" y="1691640"/>
            <a:ext cx="2331720" cy="438912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amber.png" id="130" name="Google Shape;13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" y="184708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0"/>
          <p:cNvSpPr/>
          <p:nvPr/>
        </p:nvSpPr>
        <p:spPr>
          <a:xfrm>
            <a:off x="1069848" y="169164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 EN VIVO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50"/>
          <p:cNvSpPr txBox="1"/>
          <p:nvPr>
            <p:ph type="title"/>
          </p:nvPr>
        </p:nvSpPr>
        <p:spPr>
          <a:xfrm>
            <a:off x="640080" y="2423160"/>
            <a:ext cx="6309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0"/>
          <p:cNvSpPr txBox="1"/>
          <p:nvPr>
            <p:ph idx="1" type="body"/>
          </p:nvPr>
        </p:nvSpPr>
        <p:spPr>
          <a:xfrm>
            <a:off x="640080" y="4251960"/>
            <a:ext cx="6035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BEA7F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4" name="Google Shape;134;p50"/>
          <p:cNvSpPr/>
          <p:nvPr/>
        </p:nvSpPr>
        <p:spPr>
          <a:xfrm>
            <a:off x="7406640" y="1417320"/>
            <a:ext cx="4142232" cy="4023360"/>
          </a:xfrm>
          <a:prstGeom prst="rect">
            <a:avLst/>
          </a:prstGeom>
          <a:solidFill>
            <a:srgbClr val="07061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dot.png" id="135" name="Google Shape;13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5240" y="1627632"/>
            <a:ext cx="118872" cy="118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d/assets/c_dot.png" id="136" name="Google Shape;13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6408" y="1627632"/>
            <a:ext cx="118872" cy="118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d/assets/c_dot.png" id="137" name="Google Shape;13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7576" y="1627632"/>
            <a:ext cx="118872" cy="1188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50"/>
          <p:cNvCxnSpPr/>
          <p:nvPr/>
        </p:nvCxnSpPr>
        <p:spPr>
          <a:xfrm>
            <a:off x="7406640" y="1965960"/>
            <a:ext cx="4142232" cy="0"/>
          </a:xfrm>
          <a:prstGeom prst="straightConnector1">
            <a:avLst/>
          </a:prstGeom>
          <a:noFill/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50"/>
          <p:cNvSpPr/>
          <p:nvPr/>
        </p:nvSpPr>
        <p:spPr>
          <a:xfrm>
            <a:off x="7680960" y="21945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50"/>
          <p:cNvSpPr/>
          <p:nvPr/>
        </p:nvSpPr>
        <p:spPr>
          <a:xfrm>
            <a:off x="7973568" y="2249424"/>
            <a:ext cx="1920240" cy="118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0"/>
          <p:cNvSpPr/>
          <p:nvPr/>
        </p:nvSpPr>
        <p:spPr>
          <a:xfrm>
            <a:off x="7680960" y="2578608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06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0706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50"/>
          <p:cNvSpPr/>
          <p:nvPr/>
        </p:nvSpPr>
        <p:spPr>
          <a:xfrm>
            <a:off x="7973568" y="2633472"/>
            <a:ext cx="1188720" cy="118872"/>
          </a:xfrm>
          <a:prstGeom prst="rect">
            <a:avLst/>
          </a:prstGeom>
          <a:solidFill>
            <a:srgbClr val="3A2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0"/>
          <p:cNvSpPr/>
          <p:nvPr/>
        </p:nvSpPr>
        <p:spPr>
          <a:xfrm>
            <a:off x="7680960" y="29626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06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0706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50"/>
          <p:cNvSpPr/>
          <p:nvPr/>
        </p:nvSpPr>
        <p:spPr>
          <a:xfrm>
            <a:off x="7973568" y="3017520"/>
            <a:ext cx="2377440" cy="118872"/>
          </a:xfrm>
          <a:prstGeom prst="rect">
            <a:avLst/>
          </a:prstGeom>
          <a:solidFill>
            <a:srgbClr val="3A2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0"/>
          <p:cNvSpPr/>
          <p:nvPr/>
        </p:nvSpPr>
        <p:spPr>
          <a:xfrm>
            <a:off x="7680960" y="3346704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06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0706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50"/>
          <p:cNvSpPr/>
          <p:nvPr/>
        </p:nvSpPr>
        <p:spPr>
          <a:xfrm>
            <a:off x="7973568" y="3401568"/>
            <a:ext cx="1737360" cy="118872"/>
          </a:xfrm>
          <a:prstGeom prst="rect">
            <a:avLst/>
          </a:prstGeom>
          <a:solidFill>
            <a:srgbClr val="3A2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0"/>
          <p:cNvSpPr/>
          <p:nvPr/>
        </p:nvSpPr>
        <p:spPr>
          <a:xfrm>
            <a:off x="7680960" y="373075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50"/>
          <p:cNvSpPr/>
          <p:nvPr/>
        </p:nvSpPr>
        <p:spPr>
          <a:xfrm>
            <a:off x="7973568" y="3785616"/>
            <a:ext cx="1371600" cy="118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0"/>
          <p:cNvSpPr/>
          <p:nvPr/>
        </p:nvSpPr>
        <p:spPr>
          <a:xfrm>
            <a:off x="7680960" y="411480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06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0706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50"/>
          <p:cNvSpPr/>
          <p:nvPr/>
        </p:nvSpPr>
        <p:spPr>
          <a:xfrm>
            <a:off x="7973568" y="4169664"/>
            <a:ext cx="2651760" cy="118872"/>
          </a:xfrm>
          <a:prstGeom prst="rect">
            <a:avLst/>
          </a:prstGeom>
          <a:solidFill>
            <a:srgbClr val="3A2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0"/>
          <p:cNvSpPr/>
          <p:nvPr/>
        </p:nvSpPr>
        <p:spPr>
          <a:xfrm>
            <a:off x="7680960" y="4498848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06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0706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50"/>
          <p:cNvSpPr/>
          <p:nvPr/>
        </p:nvSpPr>
        <p:spPr>
          <a:xfrm>
            <a:off x="7973568" y="4553712"/>
            <a:ext cx="2011680" cy="118872"/>
          </a:xfrm>
          <a:prstGeom prst="rect">
            <a:avLst/>
          </a:prstGeom>
          <a:solidFill>
            <a:srgbClr val="3A2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0"/>
          <p:cNvSpPr/>
          <p:nvPr/>
        </p:nvSpPr>
        <p:spPr>
          <a:xfrm>
            <a:off x="7680960" y="488289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06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0706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50"/>
          <p:cNvSpPr/>
          <p:nvPr/>
        </p:nvSpPr>
        <p:spPr>
          <a:xfrm>
            <a:off x="7973568" y="4937760"/>
            <a:ext cx="1097280" cy="118872"/>
          </a:xfrm>
          <a:prstGeom prst="rect">
            <a:avLst/>
          </a:prstGeom>
          <a:solidFill>
            <a:srgbClr val="3A2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0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50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Portada con foto">
  <p:cSld name="18 Portada con 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d/assets/logo_h.png" id="158" name="Google Shape;15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48640"/>
            <a:ext cx="2103120" cy="1163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1"/>
          <p:cNvSpPr/>
          <p:nvPr/>
        </p:nvSpPr>
        <p:spPr>
          <a:xfrm>
            <a:off x="7726680" y="731520"/>
            <a:ext cx="3794760" cy="539496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304800" rotWithShape="0" algn="bl" dir="16200000" dist="50800">
              <a:srgbClr val="8B5CF6">
                <a:alpha val="7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1"/>
          <p:cNvSpPr txBox="1"/>
          <p:nvPr>
            <p:ph idx="1" type="body"/>
          </p:nvPr>
        </p:nvSpPr>
        <p:spPr>
          <a:xfrm>
            <a:off x="7909560" y="914400"/>
            <a:ext cx="34290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51"/>
          <p:cNvSpPr/>
          <p:nvPr/>
        </p:nvSpPr>
        <p:spPr>
          <a:xfrm>
            <a:off x="7726680" y="534924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SPEAKER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51"/>
          <p:cNvSpPr txBox="1"/>
          <p:nvPr>
            <p:ph type="title"/>
          </p:nvPr>
        </p:nvSpPr>
        <p:spPr>
          <a:xfrm>
            <a:off x="685800" y="1828800"/>
            <a:ext cx="65836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  <a:defRPr b="1" i="0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51"/>
          <p:cNvSpPr txBox="1"/>
          <p:nvPr>
            <p:ph idx="2" type="body"/>
          </p:nvPr>
        </p:nvSpPr>
        <p:spPr>
          <a:xfrm>
            <a:off x="685800" y="420624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51"/>
          <p:cNvSpPr txBox="1"/>
          <p:nvPr>
            <p:ph idx="3" type="body"/>
          </p:nvPr>
        </p:nvSpPr>
        <p:spPr>
          <a:xfrm>
            <a:off x="685800" y="4645152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BEA7F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5" name="Google Shape;165;p51"/>
          <p:cNvSpPr/>
          <p:nvPr/>
        </p:nvSpPr>
        <p:spPr>
          <a:xfrm>
            <a:off x="685800" y="54406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TRACK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51"/>
          <p:cNvSpPr/>
          <p:nvPr/>
        </p:nvSpPr>
        <p:spPr>
          <a:xfrm>
            <a:off x="3749040" y="54406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SALA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51"/>
          <p:cNvSpPr/>
          <p:nvPr/>
        </p:nvSpPr>
        <p:spPr>
          <a:xfrm>
            <a:off x="5806440" y="54406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HORA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8" name="Google Shape;168;p51"/>
          <p:cNvCxnSpPr/>
          <p:nvPr/>
        </p:nvCxnSpPr>
        <p:spPr>
          <a:xfrm>
            <a:off x="3474720" y="5468112"/>
            <a:ext cx="0" cy="566928"/>
          </a:xfrm>
          <a:prstGeom prst="straightConnector1">
            <a:avLst/>
          </a:prstGeom>
          <a:noFill/>
          <a:ln cap="flat" cmpd="sng" w="12700">
            <a:solidFill>
              <a:srgbClr val="3A2F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51"/>
          <p:cNvCxnSpPr/>
          <p:nvPr/>
        </p:nvCxnSpPr>
        <p:spPr>
          <a:xfrm>
            <a:off x="5532120" y="5468112"/>
            <a:ext cx="0" cy="566928"/>
          </a:xfrm>
          <a:prstGeom prst="straightConnector1">
            <a:avLst/>
          </a:prstGeom>
          <a:noFill/>
          <a:ln cap="flat" cmpd="sng" w="12700">
            <a:solidFill>
              <a:srgbClr val="3A2F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51"/>
          <p:cNvSpPr txBox="1"/>
          <p:nvPr>
            <p:ph idx="4" type="body"/>
          </p:nvPr>
        </p:nvSpPr>
        <p:spPr>
          <a:xfrm>
            <a:off x="685800" y="573328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1" name="Google Shape;171;p51"/>
          <p:cNvSpPr txBox="1"/>
          <p:nvPr>
            <p:ph idx="5" type="body"/>
          </p:nvPr>
        </p:nvSpPr>
        <p:spPr>
          <a:xfrm>
            <a:off x="3749040" y="57332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51"/>
          <p:cNvSpPr txBox="1"/>
          <p:nvPr>
            <p:ph idx="6" type="body"/>
          </p:nvPr>
        </p:nvSpPr>
        <p:spPr>
          <a:xfrm>
            <a:off x="5806440" y="57332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Agenda en tarjetas">
  <p:cSld name="19 Agenda en tarjet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2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52"/>
          <p:cNvSpPr/>
          <p:nvPr/>
        </p:nvSpPr>
        <p:spPr>
          <a:xfrm>
            <a:off x="640080" y="1783080"/>
            <a:ext cx="2578608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2"/>
          <p:cNvSpPr/>
          <p:nvPr/>
        </p:nvSpPr>
        <p:spPr>
          <a:xfrm>
            <a:off x="914400" y="20116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52"/>
          <p:cNvSpPr txBox="1"/>
          <p:nvPr>
            <p:ph idx="1" type="body"/>
          </p:nvPr>
        </p:nvSpPr>
        <p:spPr>
          <a:xfrm>
            <a:off x="914400" y="301752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52"/>
          <p:cNvSpPr txBox="1"/>
          <p:nvPr>
            <p:ph idx="2" type="body"/>
          </p:nvPr>
        </p:nvSpPr>
        <p:spPr>
          <a:xfrm>
            <a:off x="914400" y="40690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70"/>
              </a:spcBef>
              <a:spcAft>
                <a:spcPts val="0"/>
              </a:spcAft>
              <a:buClr>
                <a:srgbClr val="DCD6F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9" name="Google Shape;179;p52"/>
          <p:cNvSpPr/>
          <p:nvPr/>
        </p:nvSpPr>
        <p:spPr>
          <a:xfrm>
            <a:off x="3419856" y="1783080"/>
            <a:ext cx="2578608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2"/>
          <p:cNvSpPr/>
          <p:nvPr/>
        </p:nvSpPr>
        <p:spPr>
          <a:xfrm>
            <a:off x="3694176" y="20116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52"/>
          <p:cNvSpPr txBox="1"/>
          <p:nvPr>
            <p:ph idx="3" type="body"/>
          </p:nvPr>
        </p:nvSpPr>
        <p:spPr>
          <a:xfrm>
            <a:off x="3694176" y="301752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52"/>
          <p:cNvSpPr txBox="1"/>
          <p:nvPr>
            <p:ph idx="4" type="body"/>
          </p:nvPr>
        </p:nvSpPr>
        <p:spPr>
          <a:xfrm>
            <a:off x="3694176" y="40690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70"/>
              </a:spcBef>
              <a:spcAft>
                <a:spcPts val="0"/>
              </a:spcAft>
              <a:buClr>
                <a:srgbClr val="DCD6F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52"/>
          <p:cNvSpPr/>
          <p:nvPr/>
        </p:nvSpPr>
        <p:spPr>
          <a:xfrm>
            <a:off x="6199632" y="1783080"/>
            <a:ext cx="2578608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2"/>
          <p:cNvSpPr/>
          <p:nvPr/>
        </p:nvSpPr>
        <p:spPr>
          <a:xfrm>
            <a:off x="6473952" y="20116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52"/>
          <p:cNvSpPr txBox="1"/>
          <p:nvPr>
            <p:ph idx="5" type="body"/>
          </p:nvPr>
        </p:nvSpPr>
        <p:spPr>
          <a:xfrm>
            <a:off x="6473952" y="301752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52"/>
          <p:cNvSpPr txBox="1"/>
          <p:nvPr>
            <p:ph idx="6" type="body"/>
          </p:nvPr>
        </p:nvSpPr>
        <p:spPr>
          <a:xfrm>
            <a:off x="6473952" y="40690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70"/>
              </a:spcBef>
              <a:spcAft>
                <a:spcPts val="0"/>
              </a:spcAft>
              <a:buClr>
                <a:srgbClr val="DCD6F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52"/>
          <p:cNvSpPr/>
          <p:nvPr/>
        </p:nvSpPr>
        <p:spPr>
          <a:xfrm>
            <a:off x="8979408" y="1783080"/>
            <a:ext cx="2578608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2"/>
          <p:cNvSpPr/>
          <p:nvPr/>
        </p:nvSpPr>
        <p:spPr>
          <a:xfrm>
            <a:off x="9253728" y="20116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8B5CF6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52"/>
          <p:cNvSpPr txBox="1"/>
          <p:nvPr>
            <p:ph idx="7" type="body"/>
          </p:nvPr>
        </p:nvSpPr>
        <p:spPr>
          <a:xfrm>
            <a:off x="9253728" y="301752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0" name="Google Shape;190;p52"/>
          <p:cNvSpPr txBox="1"/>
          <p:nvPr>
            <p:ph idx="8" type="body"/>
          </p:nvPr>
        </p:nvSpPr>
        <p:spPr>
          <a:xfrm>
            <a:off x="9253728" y="40690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70"/>
              </a:spcBef>
              <a:spcAft>
                <a:spcPts val="0"/>
              </a:spcAft>
              <a:buClr>
                <a:srgbClr val="DCD6F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1" name="Google Shape;191;p52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52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Tres ideas · claro">
  <p:cSld name="20 Tres ideas · cla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3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23C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53"/>
          <p:cNvSpPr/>
          <p:nvPr/>
        </p:nvSpPr>
        <p:spPr>
          <a:xfrm>
            <a:off x="640080" y="1783080"/>
            <a:ext cx="3483864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light.png" id="196" name="Google Shape;1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14884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3"/>
          <p:cNvSpPr txBox="1"/>
          <p:nvPr>
            <p:ph idx="1" type="body"/>
          </p:nvPr>
        </p:nvSpPr>
        <p:spPr>
          <a:xfrm>
            <a:off x="1005840" y="324612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15123C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8" name="Google Shape;198;p53"/>
          <p:cNvSpPr txBox="1"/>
          <p:nvPr>
            <p:ph idx="2" type="body"/>
          </p:nvPr>
        </p:nvSpPr>
        <p:spPr>
          <a:xfrm>
            <a:off x="1005840" y="4114800"/>
            <a:ext cx="2788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5E5A8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9" name="Google Shape;199;p53"/>
          <p:cNvSpPr/>
          <p:nvPr/>
        </p:nvSpPr>
        <p:spPr>
          <a:xfrm>
            <a:off x="4352544" y="1783080"/>
            <a:ext cx="3483864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light.png" id="200" name="Google Shape;20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304" y="214884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3"/>
          <p:cNvSpPr txBox="1"/>
          <p:nvPr>
            <p:ph idx="3" type="body"/>
          </p:nvPr>
        </p:nvSpPr>
        <p:spPr>
          <a:xfrm>
            <a:off x="4718304" y="324612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15123C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2" name="Google Shape;202;p53"/>
          <p:cNvSpPr txBox="1"/>
          <p:nvPr>
            <p:ph idx="4" type="body"/>
          </p:nvPr>
        </p:nvSpPr>
        <p:spPr>
          <a:xfrm>
            <a:off x="4718304" y="4114800"/>
            <a:ext cx="2788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5E5A8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3" name="Google Shape;203;p53"/>
          <p:cNvSpPr/>
          <p:nvPr/>
        </p:nvSpPr>
        <p:spPr>
          <a:xfrm>
            <a:off x="8065008" y="1783080"/>
            <a:ext cx="3483864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light.png" id="204" name="Google Shape;20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768" y="214884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3"/>
          <p:cNvSpPr txBox="1"/>
          <p:nvPr>
            <p:ph idx="5" type="body"/>
          </p:nvPr>
        </p:nvSpPr>
        <p:spPr>
          <a:xfrm>
            <a:off x="8430768" y="324612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15123C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53"/>
          <p:cNvSpPr txBox="1"/>
          <p:nvPr>
            <p:ph idx="6" type="body"/>
          </p:nvPr>
        </p:nvSpPr>
        <p:spPr>
          <a:xfrm>
            <a:off x="8430768" y="4114800"/>
            <a:ext cx="2788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5E5A8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53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A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53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Tres ideas · oscuro">
  <p:cSld name="21 Tres ideas · o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4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54"/>
          <p:cNvSpPr/>
          <p:nvPr/>
        </p:nvSpPr>
        <p:spPr>
          <a:xfrm>
            <a:off x="640080" y="1783080"/>
            <a:ext cx="3483864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dark.png" id="212" name="Google Shape;21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14884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4"/>
          <p:cNvSpPr txBox="1"/>
          <p:nvPr>
            <p:ph idx="1" type="body"/>
          </p:nvPr>
        </p:nvSpPr>
        <p:spPr>
          <a:xfrm>
            <a:off x="1005840" y="324612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4" name="Google Shape;214;p54"/>
          <p:cNvSpPr txBox="1"/>
          <p:nvPr>
            <p:ph idx="2" type="body"/>
          </p:nvPr>
        </p:nvSpPr>
        <p:spPr>
          <a:xfrm>
            <a:off x="1005840" y="4114800"/>
            <a:ext cx="2788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5" name="Google Shape;215;p54"/>
          <p:cNvSpPr/>
          <p:nvPr/>
        </p:nvSpPr>
        <p:spPr>
          <a:xfrm>
            <a:off x="4352544" y="1783080"/>
            <a:ext cx="3483864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dark.png" id="216" name="Google Shape;21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304" y="214884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4"/>
          <p:cNvSpPr txBox="1"/>
          <p:nvPr>
            <p:ph idx="3" type="body"/>
          </p:nvPr>
        </p:nvSpPr>
        <p:spPr>
          <a:xfrm>
            <a:off x="4718304" y="324612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8" name="Google Shape;218;p54"/>
          <p:cNvSpPr txBox="1"/>
          <p:nvPr>
            <p:ph idx="4" type="body"/>
          </p:nvPr>
        </p:nvSpPr>
        <p:spPr>
          <a:xfrm>
            <a:off x="4718304" y="4114800"/>
            <a:ext cx="2788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54"/>
          <p:cNvSpPr/>
          <p:nvPr/>
        </p:nvSpPr>
        <p:spPr>
          <a:xfrm>
            <a:off x="8065008" y="1783080"/>
            <a:ext cx="3483864" cy="420624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dark.png" id="220" name="Google Shape;22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768" y="214884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4"/>
          <p:cNvSpPr txBox="1"/>
          <p:nvPr>
            <p:ph idx="5" type="body"/>
          </p:nvPr>
        </p:nvSpPr>
        <p:spPr>
          <a:xfrm>
            <a:off x="8430768" y="324612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2" name="Google Shape;222;p54"/>
          <p:cNvSpPr txBox="1"/>
          <p:nvPr>
            <p:ph idx="6" type="body"/>
          </p:nvPr>
        </p:nvSpPr>
        <p:spPr>
          <a:xfrm>
            <a:off x="8430768" y="4114800"/>
            <a:ext cx="2788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3" name="Google Shape;223;p54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54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Pasos">
  <p:cSld name="22 Paso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27" name="Google Shape;227;p55"/>
          <p:cNvCxnSpPr/>
          <p:nvPr/>
        </p:nvCxnSpPr>
        <p:spPr>
          <a:xfrm>
            <a:off x="1005840" y="2487168"/>
            <a:ext cx="9966960" cy="0"/>
          </a:xfrm>
          <a:prstGeom prst="straightConnector1">
            <a:avLst/>
          </a:prstGeom>
          <a:noFill/>
          <a:ln cap="flat" cmpd="sng" w="19050">
            <a:solidFill>
              <a:srgbClr val="3A2F8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cd/assets/c_step.png" id="228" name="Google Shape;22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095" y="2023567"/>
            <a:ext cx="927202" cy="92720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5"/>
          <p:cNvSpPr/>
          <p:nvPr/>
        </p:nvSpPr>
        <p:spPr>
          <a:xfrm>
            <a:off x="640080" y="21305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55"/>
          <p:cNvSpPr txBox="1"/>
          <p:nvPr>
            <p:ph idx="1" type="body"/>
          </p:nvPr>
        </p:nvSpPr>
        <p:spPr>
          <a:xfrm>
            <a:off x="640080" y="315468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1" name="Google Shape;231;p55"/>
          <p:cNvSpPr txBox="1"/>
          <p:nvPr>
            <p:ph idx="2" type="body"/>
          </p:nvPr>
        </p:nvSpPr>
        <p:spPr>
          <a:xfrm>
            <a:off x="640080" y="40690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290"/>
              </a:spcBef>
              <a:spcAft>
                <a:spcPts val="0"/>
              </a:spcAft>
              <a:buClr>
                <a:srgbClr val="DCD6F7"/>
              </a:buClr>
              <a:buSzPts val="1450"/>
              <a:buFont typeface="Arial"/>
              <a:buNone/>
              <a:defRPr b="0" i="0" sz="14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descr="/home/claude/cd/assets/c_step.png" id="232" name="Google Shape;23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2871" y="2023567"/>
            <a:ext cx="927202" cy="92720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55"/>
          <p:cNvSpPr/>
          <p:nvPr/>
        </p:nvSpPr>
        <p:spPr>
          <a:xfrm>
            <a:off x="3419856" y="21305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55"/>
          <p:cNvSpPr txBox="1"/>
          <p:nvPr>
            <p:ph idx="3" type="body"/>
          </p:nvPr>
        </p:nvSpPr>
        <p:spPr>
          <a:xfrm>
            <a:off x="3419856" y="315468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5" name="Google Shape;235;p55"/>
          <p:cNvSpPr txBox="1"/>
          <p:nvPr>
            <p:ph idx="4" type="body"/>
          </p:nvPr>
        </p:nvSpPr>
        <p:spPr>
          <a:xfrm>
            <a:off x="3419856" y="40690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290"/>
              </a:spcBef>
              <a:spcAft>
                <a:spcPts val="0"/>
              </a:spcAft>
              <a:buClr>
                <a:srgbClr val="DCD6F7"/>
              </a:buClr>
              <a:buSzPts val="1450"/>
              <a:buFont typeface="Arial"/>
              <a:buNone/>
              <a:defRPr b="0" i="0" sz="14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descr="/home/claude/cd/assets/c_step.png" id="236" name="Google Shape;23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2647" y="2023567"/>
            <a:ext cx="927202" cy="92720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5"/>
          <p:cNvSpPr/>
          <p:nvPr/>
        </p:nvSpPr>
        <p:spPr>
          <a:xfrm>
            <a:off x="6199632" y="21305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55"/>
          <p:cNvSpPr txBox="1"/>
          <p:nvPr>
            <p:ph idx="5" type="body"/>
          </p:nvPr>
        </p:nvSpPr>
        <p:spPr>
          <a:xfrm>
            <a:off x="6199632" y="315468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9" name="Google Shape;239;p55"/>
          <p:cNvSpPr txBox="1"/>
          <p:nvPr>
            <p:ph idx="6" type="body"/>
          </p:nvPr>
        </p:nvSpPr>
        <p:spPr>
          <a:xfrm>
            <a:off x="6199632" y="40690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290"/>
              </a:spcBef>
              <a:spcAft>
                <a:spcPts val="0"/>
              </a:spcAft>
              <a:buClr>
                <a:srgbClr val="DCD6F7"/>
              </a:buClr>
              <a:buSzPts val="1450"/>
              <a:buFont typeface="Arial"/>
              <a:buNone/>
              <a:defRPr b="0" i="0" sz="14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descr="/home/claude/cd/assets/c_step.png" id="240" name="Google Shape;24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423" y="2023567"/>
            <a:ext cx="927202" cy="927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5"/>
          <p:cNvSpPr/>
          <p:nvPr/>
        </p:nvSpPr>
        <p:spPr>
          <a:xfrm>
            <a:off x="8979408" y="21305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55"/>
          <p:cNvSpPr txBox="1"/>
          <p:nvPr>
            <p:ph idx="7" type="body"/>
          </p:nvPr>
        </p:nvSpPr>
        <p:spPr>
          <a:xfrm>
            <a:off x="8979408" y="315468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3" name="Google Shape;243;p55"/>
          <p:cNvSpPr txBox="1"/>
          <p:nvPr>
            <p:ph idx="8" type="body"/>
          </p:nvPr>
        </p:nvSpPr>
        <p:spPr>
          <a:xfrm>
            <a:off x="8979408" y="40690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290"/>
              </a:spcBef>
              <a:spcAft>
                <a:spcPts val="0"/>
              </a:spcAft>
              <a:buClr>
                <a:srgbClr val="DCD6F7"/>
              </a:buClr>
              <a:buSzPts val="1450"/>
              <a:buFont typeface="Arial"/>
              <a:buNone/>
              <a:defRPr b="0" i="0" sz="14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4" name="Google Shape;244;p55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55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Captura en navegador">
  <p:cSld name="23 Captura en navegado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6"/>
          <p:cNvSpPr txBox="1"/>
          <p:nvPr>
            <p:ph type="title"/>
          </p:nvPr>
        </p:nvSpPr>
        <p:spPr>
          <a:xfrm>
            <a:off x="640080" y="411480"/>
            <a:ext cx="9509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  <a:defRPr b="1" i="0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8" name="Google Shape;248;p56"/>
          <p:cNvSpPr txBox="1"/>
          <p:nvPr>
            <p:ph idx="1" type="body"/>
          </p:nvPr>
        </p:nvSpPr>
        <p:spPr>
          <a:xfrm>
            <a:off x="640080" y="1078992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BEA7F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9" name="Google Shape;249;p56"/>
          <p:cNvSpPr/>
          <p:nvPr/>
        </p:nvSpPr>
        <p:spPr>
          <a:xfrm>
            <a:off x="1188720" y="1691640"/>
            <a:ext cx="9811512" cy="4434840"/>
          </a:xfrm>
          <a:prstGeom prst="rect">
            <a:avLst/>
          </a:prstGeom>
          <a:solidFill>
            <a:srgbClr val="1C1750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  <a:effectLst>
            <a:outerShdw blurRad="279400" rotWithShape="0" algn="bl" dir="16200000" dist="50800">
              <a:srgbClr val="8B5CF6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dot.png" id="250" name="Google Shape;25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828800"/>
            <a:ext cx="118872" cy="118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d/assets/c_dot.png" id="251" name="Google Shape;25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344" y="1828800"/>
            <a:ext cx="118872" cy="118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d/assets/c_dot.png" id="252" name="Google Shape;25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1368" y="1828800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56"/>
          <p:cNvSpPr/>
          <p:nvPr/>
        </p:nvSpPr>
        <p:spPr>
          <a:xfrm>
            <a:off x="2240280" y="1773936"/>
            <a:ext cx="4754880" cy="237744"/>
          </a:xfrm>
          <a:prstGeom prst="rect">
            <a:avLst/>
          </a:prstGeom>
          <a:solidFill>
            <a:srgbClr val="0B0A2E"/>
          </a:solidFill>
          <a:ln cap="flat" cmpd="sng" w="12700">
            <a:solidFill>
              <a:srgbClr val="0B0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6"/>
          <p:cNvSpPr txBox="1"/>
          <p:nvPr>
            <p:ph idx="2" type="body"/>
          </p:nvPr>
        </p:nvSpPr>
        <p:spPr>
          <a:xfrm>
            <a:off x="2377440" y="177393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C86B6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5" name="Google Shape;255;p56"/>
          <p:cNvSpPr txBox="1"/>
          <p:nvPr>
            <p:ph idx="3" type="body"/>
          </p:nvPr>
        </p:nvSpPr>
        <p:spPr>
          <a:xfrm>
            <a:off x="1234440" y="2130552"/>
            <a:ext cx="9720072" cy="395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6" name="Google Shape;256;p56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56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Checklist con mascota">
  <p:cSld name="24 Checklist con masc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7"/>
          <p:cNvSpPr txBox="1"/>
          <p:nvPr>
            <p:ph type="title"/>
          </p:nvPr>
        </p:nvSpPr>
        <p:spPr>
          <a:xfrm>
            <a:off x="640080" y="822960"/>
            <a:ext cx="42976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/home/claude/cd/assets/mono_presenta.png" id="260" name="Google Shape;26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2926080"/>
            <a:ext cx="2578303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7"/>
          <p:cNvSpPr/>
          <p:nvPr/>
        </p:nvSpPr>
        <p:spPr>
          <a:xfrm>
            <a:off x="5257800" y="868680"/>
            <a:ext cx="6291072" cy="82296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violet.png" id="262" name="Google Shape;26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4688" y="106984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6128" y="1161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7"/>
          <p:cNvSpPr txBox="1"/>
          <p:nvPr>
            <p:ph idx="1" type="body"/>
          </p:nvPr>
        </p:nvSpPr>
        <p:spPr>
          <a:xfrm>
            <a:off x="6172200" y="96012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5" name="Google Shape;265;p57"/>
          <p:cNvSpPr/>
          <p:nvPr/>
        </p:nvSpPr>
        <p:spPr>
          <a:xfrm>
            <a:off x="5257800" y="1892808"/>
            <a:ext cx="6291072" cy="82296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violet.png" id="266" name="Google Shape;26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4688" y="2093976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6128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7"/>
          <p:cNvSpPr txBox="1"/>
          <p:nvPr>
            <p:ph idx="2" type="body"/>
          </p:nvPr>
        </p:nvSpPr>
        <p:spPr>
          <a:xfrm>
            <a:off x="6172200" y="1984248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9" name="Google Shape;269;p57"/>
          <p:cNvSpPr/>
          <p:nvPr/>
        </p:nvSpPr>
        <p:spPr>
          <a:xfrm>
            <a:off x="5257800" y="2916936"/>
            <a:ext cx="6291072" cy="82296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violet.png" id="270" name="Google Shape;27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4688" y="31181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6128" y="32095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7"/>
          <p:cNvSpPr txBox="1"/>
          <p:nvPr>
            <p:ph idx="3" type="body"/>
          </p:nvPr>
        </p:nvSpPr>
        <p:spPr>
          <a:xfrm>
            <a:off x="6172200" y="3008376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3" name="Google Shape;273;p57"/>
          <p:cNvSpPr/>
          <p:nvPr/>
        </p:nvSpPr>
        <p:spPr>
          <a:xfrm>
            <a:off x="5257800" y="3941064"/>
            <a:ext cx="6291072" cy="82296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violet.png" id="274" name="Google Shape;274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4688" y="414223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6128" y="42336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7"/>
          <p:cNvSpPr txBox="1"/>
          <p:nvPr>
            <p:ph idx="4" type="body"/>
          </p:nvPr>
        </p:nvSpPr>
        <p:spPr>
          <a:xfrm>
            <a:off x="6172200" y="4032504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7" name="Google Shape;277;p57"/>
          <p:cNvSpPr/>
          <p:nvPr/>
        </p:nvSpPr>
        <p:spPr>
          <a:xfrm>
            <a:off x="5257800" y="4965192"/>
            <a:ext cx="6291072" cy="82296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violet.png" id="278" name="Google Shape;27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4688" y="5166360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6128" y="5257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7"/>
          <p:cNvSpPr txBox="1"/>
          <p:nvPr>
            <p:ph idx="5" type="body"/>
          </p:nvPr>
        </p:nvSpPr>
        <p:spPr>
          <a:xfrm>
            <a:off x="6172200" y="5056632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1" name="Google Shape;281;p57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57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 Métricas">
  <p:cSld name="25 Métric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8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58"/>
          <p:cNvSpPr txBox="1"/>
          <p:nvPr>
            <p:ph idx="1" type="body"/>
          </p:nvPr>
        </p:nvSpPr>
        <p:spPr>
          <a:xfrm>
            <a:off x="640080" y="13258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BEA7F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6" name="Google Shape;286;p58"/>
          <p:cNvSpPr/>
          <p:nvPr/>
        </p:nvSpPr>
        <p:spPr>
          <a:xfrm>
            <a:off x="640080" y="1965960"/>
            <a:ext cx="3483864" cy="301752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8"/>
          <p:cNvSpPr txBox="1"/>
          <p:nvPr>
            <p:ph idx="2" type="body"/>
          </p:nvPr>
        </p:nvSpPr>
        <p:spPr>
          <a:xfrm>
            <a:off x="1005840" y="228600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8" name="Google Shape;288;p58"/>
          <p:cNvSpPr txBox="1"/>
          <p:nvPr>
            <p:ph idx="3" type="body"/>
          </p:nvPr>
        </p:nvSpPr>
        <p:spPr>
          <a:xfrm>
            <a:off x="1005840" y="3474720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EA7F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9" name="Google Shape;289;p58"/>
          <p:cNvSpPr/>
          <p:nvPr/>
        </p:nvSpPr>
        <p:spPr>
          <a:xfrm>
            <a:off x="4352544" y="1965960"/>
            <a:ext cx="3483864" cy="301752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8"/>
          <p:cNvSpPr txBox="1"/>
          <p:nvPr>
            <p:ph idx="4" type="body"/>
          </p:nvPr>
        </p:nvSpPr>
        <p:spPr>
          <a:xfrm>
            <a:off x="4718304" y="228600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1" name="Google Shape;291;p58"/>
          <p:cNvSpPr txBox="1"/>
          <p:nvPr>
            <p:ph idx="5" type="body"/>
          </p:nvPr>
        </p:nvSpPr>
        <p:spPr>
          <a:xfrm>
            <a:off x="4718304" y="3474720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EA7F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2" name="Google Shape;292;p58"/>
          <p:cNvSpPr/>
          <p:nvPr/>
        </p:nvSpPr>
        <p:spPr>
          <a:xfrm>
            <a:off x="8065008" y="1965960"/>
            <a:ext cx="3483864" cy="301752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8"/>
          <p:cNvSpPr txBox="1"/>
          <p:nvPr>
            <p:ph idx="6" type="body"/>
          </p:nvPr>
        </p:nvSpPr>
        <p:spPr>
          <a:xfrm>
            <a:off x="8430768" y="228600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4" name="Google Shape;294;p58"/>
          <p:cNvSpPr txBox="1"/>
          <p:nvPr>
            <p:ph idx="7" type="body"/>
          </p:nvPr>
        </p:nvSpPr>
        <p:spPr>
          <a:xfrm>
            <a:off x="8430768" y="3474720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BEA7F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5" name="Google Shape;295;p58"/>
          <p:cNvSpPr txBox="1"/>
          <p:nvPr>
            <p:ph idx="8" type="body"/>
          </p:nvPr>
        </p:nvSpPr>
        <p:spPr>
          <a:xfrm>
            <a:off x="640080" y="5257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C86B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6" name="Google Shape;296;p58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58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 Gráfico">
  <p:cSld name="26 Gráfi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9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23C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p59"/>
          <p:cNvSpPr txBox="1"/>
          <p:nvPr>
            <p:ph idx="1" type="body"/>
          </p:nvPr>
        </p:nvSpPr>
        <p:spPr>
          <a:xfrm>
            <a:off x="640080" y="13258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E5A8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1" name="Google Shape;301;p59"/>
          <p:cNvSpPr/>
          <p:nvPr/>
        </p:nvSpPr>
        <p:spPr>
          <a:xfrm>
            <a:off x="640080" y="1874520"/>
            <a:ext cx="726948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9"/>
          <p:cNvSpPr/>
          <p:nvPr/>
        </p:nvSpPr>
        <p:spPr>
          <a:xfrm>
            <a:off x="8138160" y="1874520"/>
            <a:ext cx="3410712" cy="4160520"/>
          </a:xfrm>
          <a:prstGeom prst="rect">
            <a:avLst/>
          </a:prstGeom>
          <a:solidFill>
            <a:srgbClr val="6D4AE8"/>
          </a:solidFill>
          <a:ln cap="flat" cmpd="sng" w="12700">
            <a:solidFill>
              <a:srgbClr val="6D4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9"/>
          <p:cNvSpPr/>
          <p:nvPr/>
        </p:nvSpPr>
        <p:spPr>
          <a:xfrm>
            <a:off x="8458200" y="2148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6F7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DCD6F7"/>
                </a:solidFill>
                <a:latin typeface="Montserrat"/>
                <a:ea typeface="Montserrat"/>
                <a:cs typeface="Montserrat"/>
                <a:sym typeface="Montserrat"/>
              </a:rPr>
              <a:t>LECTURA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59"/>
          <p:cNvSpPr txBox="1"/>
          <p:nvPr>
            <p:ph idx="2" type="body"/>
          </p:nvPr>
        </p:nvSpPr>
        <p:spPr>
          <a:xfrm>
            <a:off x="8458200" y="2560320"/>
            <a:ext cx="2788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5" name="Google Shape;305;p59"/>
          <p:cNvSpPr txBox="1"/>
          <p:nvPr>
            <p:ph idx="3" type="body"/>
          </p:nvPr>
        </p:nvSpPr>
        <p:spPr>
          <a:xfrm>
            <a:off x="8458200" y="512064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DCD6F7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6" name="Google Shape;306;p59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A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59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 Galería de fotos">
  <p:cSld name="27 Galería de foto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0"/>
          <p:cNvSpPr txBox="1"/>
          <p:nvPr>
            <p:ph type="title"/>
          </p:nvPr>
        </p:nvSpPr>
        <p:spPr>
          <a:xfrm>
            <a:off x="640080" y="411480"/>
            <a:ext cx="9509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  <a:defRPr b="1" i="0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60"/>
          <p:cNvSpPr txBox="1"/>
          <p:nvPr>
            <p:ph idx="1" type="body"/>
          </p:nvPr>
        </p:nvSpPr>
        <p:spPr>
          <a:xfrm>
            <a:off x="640080" y="1078992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BEA7F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1" name="Google Shape;311;p60"/>
          <p:cNvSpPr txBox="1"/>
          <p:nvPr>
            <p:ph idx="2" type="body"/>
          </p:nvPr>
        </p:nvSpPr>
        <p:spPr>
          <a:xfrm>
            <a:off x="640080" y="1691640"/>
            <a:ext cx="66294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2" name="Google Shape;312;p60"/>
          <p:cNvSpPr txBox="1"/>
          <p:nvPr>
            <p:ph idx="3" type="body"/>
          </p:nvPr>
        </p:nvSpPr>
        <p:spPr>
          <a:xfrm>
            <a:off x="7479792" y="1691640"/>
            <a:ext cx="4069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3" name="Google Shape;313;p60"/>
          <p:cNvSpPr txBox="1"/>
          <p:nvPr>
            <p:ph idx="4" type="body"/>
          </p:nvPr>
        </p:nvSpPr>
        <p:spPr>
          <a:xfrm>
            <a:off x="7479792" y="3977640"/>
            <a:ext cx="4069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4" name="Google Shape;314;p60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60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 Sesiones">
  <p:cSld name="28 Sesione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1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p61"/>
          <p:cNvSpPr txBox="1"/>
          <p:nvPr>
            <p:ph idx="1" type="body"/>
          </p:nvPr>
        </p:nvSpPr>
        <p:spPr>
          <a:xfrm>
            <a:off x="640080" y="13258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BEA7F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9" name="Google Shape;319;p61"/>
          <p:cNvSpPr/>
          <p:nvPr/>
        </p:nvSpPr>
        <p:spPr>
          <a:xfrm>
            <a:off x="640080" y="1920240"/>
            <a:ext cx="3483864" cy="406908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1"/>
          <p:cNvSpPr txBox="1"/>
          <p:nvPr>
            <p:ph idx="2" type="body"/>
          </p:nvPr>
        </p:nvSpPr>
        <p:spPr>
          <a:xfrm>
            <a:off x="960120" y="2240280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1" name="Google Shape;321;p61"/>
          <p:cNvSpPr txBox="1"/>
          <p:nvPr>
            <p:ph idx="3" type="body"/>
          </p:nvPr>
        </p:nvSpPr>
        <p:spPr>
          <a:xfrm>
            <a:off x="2194560" y="22860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2" name="Google Shape;322;p61"/>
          <p:cNvSpPr txBox="1"/>
          <p:nvPr>
            <p:ph idx="4" type="body"/>
          </p:nvPr>
        </p:nvSpPr>
        <p:spPr>
          <a:xfrm>
            <a:off x="2194560" y="265176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DCD6F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3" name="Google Shape;323;p61"/>
          <p:cNvSpPr txBox="1"/>
          <p:nvPr>
            <p:ph idx="5" type="body"/>
          </p:nvPr>
        </p:nvSpPr>
        <p:spPr>
          <a:xfrm>
            <a:off x="960120" y="361188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4" name="Google Shape;324;p61"/>
          <p:cNvSpPr txBox="1"/>
          <p:nvPr>
            <p:ph idx="6" type="body"/>
          </p:nvPr>
        </p:nvSpPr>
        <p:spPr>
          <a:xfrm>
            <a:off x="960120" y="525780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BEA7F8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5" name="Google Shape;325;p61"/>
          <p:cNvSpPr/>
          <p:nvPr/>
        </p:nvSpPr>
        <p:spPr>
          <a:xfrm>
            <a:off x="4352544" y="1920240"/>
            <a:ext cx="3483864" cy="406908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1"/>
          <p:cNvSpPr txBox="1"/>
          <p:nvPr>
            <p:ph idx="7" type="body"/>
          </p:nvPr>
        </p:nvSpPr>
        <p:spPr>
          <a:xfrm>
            <a:off x="4672584" y="2240280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7" name="Google Shape;327;p61"/>
          <p:cNvSpPr txBox="1"/>
          <p:nvPr>
            <p:ph idx="8" type="body"/>
          </p:nvPr>
        </p:nvSpPr>
        <p:spPr>
          <a:xfrm>
            <a:off x="5907024" y="22860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8" name="Google Shape;328;p61"/>
          <p:cNvSpPr txBox="1"/>
          <p:nvPr>
            <p:ph idx="9" type="body"/>
          </p:nvPr>
        </p:nvSpPr>
        <p:spPr>
          <a:xfrm>
            <a:off x="5907024" y="265176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DCD6F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9" name="Google Shape;329;p61"/>
          <p:cNvSpPr txBox="1"/>
          <p:nvPr>
            <p:ph idx="13" type="body"/>
          </p:nvPr>
        </p:nvSpPr>
        <p:spPr>
          <a:xfrm>
            <a:off x="4672584" y="361188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0" name="Google Shape;330;p61"/>
          <p:cNvSpPr txBox="1"/>
          <p:nvPr>
            <p:ph idx="14" type="body"/>
          </p:nvPr>
        </p:nvSpPr>
        <p:spPr>
          <a:xfrm>
            <a:off x="4672584" y="525780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BEA7F8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1" name="Google Shape;331;p61"/>
          <p:cNvSpPr/>
          <p:nvPr/>
        </p:nvSpPr>
        <p:spPr>
          <a:xfrm>
            <a:off x="8065008" y="1920240"/>
            <a:ext cx="3483864" cy="406908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292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1"/>
          <p:cNvSpPr txBox="1"/>
          <p:nvPr>
            <p:ph idx="15" type="body"/>
          </p:nvPr>
        </p:nvSpPr>
        <p:spPr>
          <a:xfrm>
            <a:off x="8385048" y="2240280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3" name="Google Shape;333;p61"/>
          <p:cNvSpPr txBox="1"/>
          <p:nvPr>
            <p:ph idx="16" type="body"/>
          </p:nvPr>
        </p:nvSpPr>
        <p:spPr>
          <a:xfrm>
            <a:off x="9619488" y="22860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4" name="Google Shape;334;p61"/>
          <p:cNvSpPr txBox="1"/>
          <p:nvPr>
            <p:ph idx="17" type="body"/>
          </p:nvPr>
        </p:nvSpPr>
        <p:spPr>
          <a:xfrm>
            <a:off x="9619488" y="265176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DCD6F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5" name="Google Shape;335;p61"/>
          <p:cNvSpPr txBox="1"/>
          <p:nvPr>
            <p:ph idx="18" type="body"/>
          </p:nvPr>
        </p:nvSpPr>
        <p:spPr>
          <a:xfrm>
            <a:off x="8385048" y="361188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6" name="Google Shape;336;p61"/>
          <p:cNvSpPr txBox="1"/>
          <p:nvPr>
            <p:ph idx="19" type="body"/>
          </p:nvPr>
        </p:nvSpPr>
        <p:spPr>
          <a:xfrm>
            <a:off x="8385048" y="525780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BEA7F8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7" name="Google Shape;337;p61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61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 Personas">
  <p:cSld name="29 Person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2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1" name="Google Shape;341;p62"/>
          <p:cNvSpPr txBox="1"/>
          <p:nvPr>
            <p:ph idx="1" type="body"/>
          </p:nvPr>
        </p:nvSpPr>
        <p:spPr>
          <a:xfrm>
            <a:off x="640080" y="13258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BEA7F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2" name="Google Shape;342;p62"/>
          <p:cNvSpPr/>
          <p:nvPr/>
        </p:nvSpPr>
        <p:spPr>
          <a:xfrm>
            <a:off x="640080" y="1874520"/>
            <a:ext cx="2578608" cy="2578608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16200000" dist="50800">
              <a:srgbClr val="8B5CF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2"/>
          <p:cNvSpPr txBox="1"/>
          <p:nvPr>
            <p:ph idx="2" type="body"/>
          </p:nvPr>
        </p:nvSpPr>
        <p:spPr>
          <a:xfrm>
            <a:off x="713232" y="1947672"/>
            <a:ext cx="243230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4" name="Google Shape;344;p62"/>
          <p:cNvSpPr txBox="1"/>
          <p:nvPr>
            <p:ph idx="3" type="body"/>
          </p:nvPr>
        </p:nvSpPr>
        <p:spPr>
          <a:xfrm>
            <a:off x="640080" y="4663440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 b="1" i="0" sz="1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5" name="Google Shape;345;p62"/>
          <p:cNvSpPr txBox="1"/>
          <p:nvPr>
            <p:ph idx="4" type="body"/>
          </p:nvPr>
        </p:nvSpPr>
        <p:spPr>
          <a:xfrm>
            <a:off x="640080" y="5074920"/>
            <a:ext cx="257860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BEA7F8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6" name="Google Shape;346;p62"/>
          <p:cNvSpPr/>
          <p:nvPr/>
        </p:nvSpPr>
        <p:spPr>
          <a:xfrm>
            <a:off x="3419856" y="1874520"/>
            <a:ext cx="2578608" cy="2578608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16200000" dist="50800">
              <a:srgbClr val="8B5CF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2"/>
          <p:cNvSpPr txBox="1"/>
          <p:nvPr>
            <p:ph idx="5" type="body"/>
          </p:nvPr>
        </p:nvSpPr>
        <p:spPr>
          <a:xfrm>
            <a:off x="3493008" y="1947672"/>
            <a:ext cx="243230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8" name="Google Shape;348;p62"/>
          <p:cNvSpPr txBox="1"/>
          <p:nvPr>
            <p:ph idx="6" type="body"/>
          </p:nvPr>
        </p:nvSpPr>
        <p:spPr>
          <a:xfrm>
            <a:off x="3419856" y="4663440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 b="1" i="0" sz="1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9" name="Google Shape;349;p62"/>
          <p:cNvSpPr txBox="1"/>
          <p:nvPr>
            <p:ph idx="7" type="body"/>
          </p:nvPr>
        </p:nvSpPr>
        <p:spPr>
          <a:xfrm>
            <a:off x="3419856" y="5074920"/>
            <a:ext cx="257860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BEA7F8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0" name="Google Shape;350;p62"/>
          <p:cNvSpPr/>
          <p:nvPr/>
        </p:nvSpPr>
        <p:spPr>
          <a:xfrm>
            <a:off x="6199632" y="1874520"/>
            <a:ext cx="2578608" cy="2578608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16200000" dist="50800">
              <a:srgbClr val="8B5CF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2"/>
          <p:cNvSpPr txBox="1"/>
          <p:nvPr>
            <p:ph idx="8" type="body"/>
          </p:nvPr>
        </p:nvSpPr>
        <p:spPr>
          <a:xfrm>
            <a:off x="6272784" y="1947672"/>
            <a:ext cx="243230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2" name="Google Shape;352;p62"/>
          <p:cNvSpPr txBox="1"/>
          <p:nvPr>
            <p:ph idx="9" type="body"/>
          </p:nvPr>
        </p:nvSpPr>
        <p:spPr>
          <a:xfrm>
            <a:off x="6199632" y="4663440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 b="1" i="0" sz="1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3" name="Google Shape;353;p62"/>
          <p:cNvSpPr txBox="1"/>
          <p:nvPr>
            <p:ph idx="13" type="body"/>
          </p:nvPr>
        </p:nvSpPr>
        <p:spPr>
          <a:xfrm>
            <a:off x="6199632" y="5074920"/>
            <a:ext cx="257860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BEA7F8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4" name="Google Shape;354;p62"/>
          <p:cNvSpPr/>
          <p:nvPr/>
        </p:nvSpPr>
        <p:spPr>
          <a:xfrm>
            <a:off x="8979408" y="1874520"/>
            <a:ext cx="2578608" cy="2578608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16200000" dist="50800">
              <a:srgbClr val="8B5CF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2"/>
          <p:cNvSpPr txBox="1"/>
          <p:nvPr>
            <p:ph idx="14" type="body"/>
          </p:nvPr>
        </p:nvSpPr>
        <p:spPr>
          <a:xfrm>
            <a:off x="9052560" y="1947672"/>
            <a:ext cx="243230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6" name="Google Shape;356;p62"/>
          <p:cNvSpPr txBox="1"/>
          <p:nvPr>
            <p:ph idx="15" type="body"/>
          </p:nvPr>
        </p:nvSpPr>
        <p:spPr>
          <a:xfrm>
            <a:off x="8979408" y="4663440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 b="1" i="0" sz="1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7" name="Google Shape;357;p62"/>
          <p:cNvSpPr txBox="1"/>
          <p:nvPr>
            <p:ph idx="16" type="body"/>
          </p:nvPr>
        </p:nvSpPr>
        <p:spPr>
          <a:xfrm>
            <a:off x="8979408" y="5074920"/>
            <a:ext cx="257860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BEA7F8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8" name="Google Shape;358;p62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6B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9" name="Google Shape;359;p62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 Recursos">
  <p:cSld name="30 Recurso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3"/>
          <p:cNvSpPr txBox="1"/>
          <p:nvPr>
            <p:ph type="title"/>
          </p:nvPr>
        </p:nvSpPr>
        <p:spPr>
          <a:xfrm>
            <a:off x="640080" y="548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23C"/>
              </a:buClr>
              <a:buSzPts val="3400"/>
              <a:buFont typeface="Montserrat"/>
              <a:buNone/>
              <a:defRPr b="1" i="0" sz="34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2" name="Google Shape;362;p63"/>
          <p:cNvSpPr txBox="1"/>
          <p:nvPr>
            <p:ph idx="1" type="body"/>
          </p:nvPr>
        </p:nvSpPr>
        <p:spPr>
          <a:xfrm>
            <a:off x="640080" y="132588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E5A8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63" name="Google Shape;363;p63"/>
          <p:cNvSpPr/>
          <p:nvPr/>
        </p:nvSpPr>
        <p:spPr>
          <a:xfrm>
            <a:off x="640080" y="1828800"/>
            <a:ext cx="74066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light.png" id="364" name="Google Shape;36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93976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5" name="Google Shape;365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" y="224942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63"/>
          <p:cNvSpPr txBox="1"/>
          <p:nvPr>
            <p:ph idx="2" type="body"/>
          </p:nvPr>
        </p:nvSpPr>
        <p:spPr>
          <a:xfrm>
            <a:off x="1828800" y="201168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5123C"/>
              </a:buClr>
              <a:buSzPts val="1700"/>
              <a:buFont typeface="Arial"/>
              <a:buNone/>
              <a:defRPr b="1" i="0" sz="17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67" name="Google Shape;367;p63"/>
          <p:cNvSpPr txBox="1"/>
          <p:nvPr>
            <p:ph idx="3" type="body"/>
          </p:nvPr>
        </p:nvSpPr>
        <p:spPr>
          <a:xfrm>
            <a:off x="1828800" y="2432304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D4AE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D4AE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68" name="Google Shape;368;p63"/>
          <p:cNvSpPr/>
          <p:nvPr/>
        </p:nvSpPr>
        <p:spPr>
          <a:xfrm>
            <a:off x="640080" y="3218688"/>
            <a:ext cx="74066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light.png" id="369" name="Google Shape;36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483864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0" name="Google Shape;370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" y="36393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3"/>
          <p:cNvSpPr txBox="1"/>
          <p:nvPr>
            <p:ph idx="4" type="body"/>
          </p:nvPr>
        </p:nvSpPr>
        <p:spPr>
          <a:xfrm>
            <a:off x="1828800" y="3401568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5123C"/>
              </a:buClr>
              <a:buSzPts val="1700"/>
              <a:buFont typeface="Arial"/>
              <a:buNone/>
              <a:defRPr b="1" i="0" sz="17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72" name="Google Shape;372;p63"/>
          <p:cNvSpPr txBox="1"/>
          <p:nvPr>
            <p:ph idx="5" type="body"/>
          </p:nvPr>
        </p:nvSpPr>
        <p:spPr>
          <a:xfrm>
            <a:off x="1828800" y="382219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D4AE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D4AE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73" name="Google Shape;373;p63"/>
          <p:cNvSpPr/>
          <p:nvPr/>
        </p:nvSpPr>
        <p:spPr>
          <a:xfrm>
            <a:off x="640080" y="4608576"/>
            <a:ext cx="74066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d/assets/c_light.png" id="374" name="Google Shape;37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873752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5" name="Google Shape;375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" y="502920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3"/>
          <p:cNvSpPr txBox="1"/>
          <p:nvPr>
            <p:ph idx="6" type="body"/>
          </p:nvPr>
        </p:nvSpPr>
        <p:spPr>
          <a:xfrm>
            <a:off x="1828800" y="4791456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5123C"/>
              </a:buClr>
              <a:buSzPts val="1700"/>
              <a:buFont typeface="Arial"/>
              <a:buNone/>
              <a:defRPr b="1" i="0" sz="1700" u="none" cap="none" strike="noStrike">
                <a:solidFill>
                  <a:srgbClr val="1512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77" name="Google Shape;377;p63"/>
          <p:cNvSpPr txBox="1"/>
          <p:nvPr>
            <p:ph idx="7" type="body"/>
          </p:nvPr>
        </p:nvSpPr>
        <p:spPr>
          <a:xfrm>
            <a:off x="1828800" y="5212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D4AE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D4AE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78" name="Google Shape;378;p63"/>
          <p:cNvSpPr/>
          <p:nvPr/>
        </p:nvSpPr>
        <p:spPr>
          <a:xfrm>
            <a:off x="8366760" y="1828800"/>
            <a:ext cx="3182112" cy="3950208"/>
          </a:xfrm>
          <a:prstGeom prst="rect">
            <a:avLst/>
          </a:prstGeom>
          <a:solidFill>
            <a:srgbClr val="0B0A2E"/>
          </a:solidFill>
          <a:ln cap="flat" cmpd="sng" w="12700">
            <a:solidFill>
              <a:srgbClr val="0B0A2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16200000" dist="50800">
              <a:srgbClr val="8B5CF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3"/>
          <p:cNvSpPr txBox="1"/>
          <p:nvPr>
            <p:ph idx="8" type="body"/>
          </p:nvPr>
        </p:nvSpPr>
        <p:spPr>
          <a:xfrm>
            <a:off x="8769096" y="2148840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80" name="Google Shape;380;p63"/>
          <p:cNvSpPr/>
          <p:nvPr/>
        </p:nvSpPr>
        <p:spPr>
          <a:xfrm>
            <a:off x="8366760" y="480060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SLIDES Y CÓDIGO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63"/>
          <p:cNvSpPr txBox="1"/>
          <p:nvPr>
            <p:ph idx="9" type="body"/>
          </p:nvPr>
        </p:nvSpPr>
        <p:spPr>
          <a:xfrm>
            <a:off x="8549640" y="5120640"/>
            <a:ext cx="28163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CD6F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82" name="Google Shape;382;p63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A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rPr>
              <a:t>AWS Community Day Perú 2026   ·   3 de octubre   ·   UTEC, Lima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63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E5A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 Preguntas">
  <p:cSld name="31 Pregunt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d/assets/mono_presenta.png" id="385" name="Google Shape;38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1143000"/>
            <a:ext cx="390652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64"/>
          <p:cNvSpPr txBox="1"/>
          <p:nvPr>
            <p:ph type="title"/>
          </p:nvPr>
        </p:nvSpPr>
        <p:spPr>
          <a:xfrm>
            <a:off x="5760720" y="1920240"/>
            <a:ext cx="5669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b="1" i="0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7" name="Google Shape;387;p64"/>
          <p:cNvSpPr txBox="1"/>
          <p:nvPr>
            <p:ph idx="1" type="body"/>
          </p:nvPr>
        </p:nvSpPr>
        <p:spPr>
          <a:xfrm>
            <a:off x="5760720" y="3520440"/>
            <a:ext cx="5120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BEA7F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 Cierre del evento">
  <p:cSld name="32 Cierre del even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d/assets/logo_v_salto.png" id="389" name="Google Shape;38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60120"/>
            <a:ext cx="4564685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5"/>
          <p:cNvSpPr/>
          <p:nvPr/>
        </p:nvSpPr>
        <p:spPr>
          <a:xfrm>
            <a:off x="6355080" y="1097280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ontserrat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Comparte tu experiencia</a:t>
            </a:r>
            <a:endParaRPr b="0"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65"/>
          <p:cNvSpPr/>
          <p:nvPr/>
        </p:nvSpPr>
        <p:spPr>
          <a:xfrm>
            <a:off x="6355080" y="23774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A7F8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rPr>
              <a:t>Sube tus fotos del día y etiqueta a la comunidad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392" name="Google Shape;392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31455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5"/>
          <p:cNvSpPr/>
          <p:nvPr/>
        </p:nvSpPr>
        <p:spPr>
          <a:xfrm>
            <a:off x="6812280" y="30632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Instagram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65"/>
          <p:cNvSpPr/>
          <p:nvPr/>
        </p:nvSpPr>
        <p:spPr>
          <a:xfrm>
            <a:off x="8001000" y="3063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rPr>
              <a:t>@aws.community.day.peru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395" name="Google Shape;395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080" y="37124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5"/>
          <p:cNvSpPr/>
          <p:nvPr/>
        </p:nvSpPr>
        <p:spPr>
          <a:xfrm>
            <a:off x="6812280" y="363016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LinkedIn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65"/>
          <p:cNvSpPr/>
          <p:nvPr/>
        </p:nvSpPr>
        <p:spPr>
          <a:xfrm>
            <a:off x="8001000" y="3630168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rPr>
              <a:t>AWS Community Day Perú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398" name="Google Shape;398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5080" y="42793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5"/>
          <p:cNvSpPr/>
          <p:nvPr/>
        </p:nvSpPr>
        <p:spPr>
          <a:xfrm>
            <a:off x="6812280" y="4197096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TikTok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65"/>
          <p:cNvSpPr/>
          <p:nvPr/>
        </p:nvSpPr>
        <p:spPr>
          <a:xfrm>
            <a:off x="8001000" y="4197096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rPr>
              <a:t>@aws.community.day.peru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401" name="Google Shape;401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5080" y="48463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65"/>
          <p:cNvSpPr/>
          <p:nvPr/>
        </p:nvSpPr>
        <p:spPr>
          <a:xfrm>
            <a:off x="6812280" y="4764024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65"/>
          <p:cNvSpPr/>
          <p:nvPr/>
        </p:nvSpPr>
        <p:spPr>
          <a:xfrm>
            <a:off x="8001000" y="476402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rPr>
              <a:t>@AWS_ComDay_Peru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4" name="Google Shape;404;p65"/>
          <p:cNvSpPr/>
          <p:nvPr/>
        </p:nvSpPr>
        <p:spPr>
          <a:xfrm>
            <a:off x="6355080" y="5440680"/>
            <a:ext cx="3840480" cy="502920"/>
          </a:xfrm>
          <a:prstGeom prst="rect">
            <a:avLst/>
          </a:prstGeom>
          <a:solidFill>
            <a:srgbClr val="15113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16200000" dist="50800">
              <a:srgbClr val="8B5CF6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5" name="Google Shape;405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3680" y="5559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65"/>
          <p:cNvSpPr/>
          <p:nvPr/>
        </p:nvSpPr>
        <p:spPr>
          <a:xfrm>
            <a:off x="6995160" y="54406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awscommunityday.pe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Gracias">
  <p:cSld name="17 Graci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d/assets/logo_h.png" id="408" name="Google Shape;40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2011680" cy="111313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66"/>
          <p:cNvSpPr/>
          <p:nvPr/>
        </p:nvSpPr>
        <p:spPr>
          <a:xfrm>
            <a:off x="8458200" y="1874520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6"/>
          <p:cNvSpPr txBox="1"/>
          <p:nvPr>
            <p:ph idx="1" type="body"/>
          </p:nvPr>
        </p:nvSpPr>
        <p:spPr>
          <a:xfrm>
            <a:off x="8595360" y="2011680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1" name="Google Shape;411;p66"/>
          <p:cNvSpPr/>
          <p:nvPr/>
        </p:nvSpPr>
        <p:spPr>
          <a:xfrm>
            <a:off x="8138160" y="4663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ESCANEA Y CONECTEMOS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66"/>
          <p:cNvSpPr txBox="1"/>
          <p:nvPr>
            <p:ph type="title"/>
          </p:nvPr>
        </p:nvSpPr>
        <p:spPr>
          <a:xfrm>
            <a:off x="640080" y="20116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b="1" i="0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3" name="Google Shape;413;p66"/>
          <p:cNvSpPr txBox="1"/>
          <p:nvPr>
            <p:ph idx="2" type="body"/>
          </p:nvPr>
        </p:nvSpPr>
        <p:spPr>
          <a:xfrm>
            <a:off x="640080" y="3429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4" name="Google Shape;414;p66"/>
          <p:cNvSpPr txBox="1"/>
          <p:nvPr>
            <p:ph idx="3" type="body"/>
          </p:nvPr>
        </p:nvSpPr>
        <p:spPr>
          <a:xfrm>
            <a:off x="640080" y="38862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EA7F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5" name="Google Shape;415;p66"/>
          <p:cNvSpPr txBox="1"/>
          <p:nvPr>
            <p:ph idx="4" type="body"/>
          </p:nvPr>
        </p:nvSpPr>
        <p:spPr>
          <a:xfrm>
            <a:off x="640080" y="457200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CD6F7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11091672" y="63367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C86B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"/>
          <p:cNvSpPr txBox="1"/>
          <p:nvPr>
            <p:ph type="title"/>
          </p:nvPr>
        </p:nvSpPr>
        <p:spPr>
          <a:xfrm>
            <a:off x="640080" y="2148840"/>
            <a:ext cx="70408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ARMed and Dangerous</a:t>
            </a:r>
            <a:endParaRPr sz="40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 que Graviton5 hace con tus workloads, medido en EKS</a:t>
            </a:r>
            <a:endParaRPr sz="4000"/>
          </a:p>
        </p:txBody>
      </p:sp>
      <p:sp>
        <p:nvSpPr>
          <p:cNvPr id="423" name="Google Shape;423;p2"/>
          <p:cNvSpPr txBox="1"/>
          <p:nvPr>
            <p:ph idx="1" type="body"/>
          </p:nvPr>
        </p:nvSpPr>
        <p:spPr>
          <a:xfrm>
            <a:off x="640080" y="41605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b="1"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Andrés Zeballos · Victor Herrera</a:t>
            </a:r>
            <a:endParaRPr sz="2000"/>
          </a:p>
        </p:txBody>
      </p:sp>
      <p:sp>
        <p:nvSpPr>
          <p:cNvPr id="424" name="Google Shape;424;p2"/>
          <p:cNvSpPr txBox="1"/>
          <p:nvPr>
            <p:ph idx="2" type="body"/>
          </p:nvPr>
        </p:nvSpPr>
        <p:spPr>
          <a:xfrm>
            <a:off x="640080" y="45720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A7F8"/>
              </a:buClr>
              <a:buSzPts val="1500"/>
              <a:buNone/>
            </a:pPr>
            <a:r>
              <a:rPr lang="en-US" sz="1500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rPr>
              <a:t>Solutions Architect · phData  |  Cloud Specialist · Caleidos</a:t>
            </a:r>
            <a:endParaRPr sz="1500"/>
          </a:p>
        </p:txBody>
      </p:sp>
      <p:sp>
        <p:nvSpPr>
          <p:cNvPr id="425" name="Google Shape;425;p2"/>
          <p:cNvSpPr txBox="1"/>
          <p:nvPr>
            <p:ph idx="3" type="body"/>
          </p:nvPr>
        </p:nvSpPr>
        <p:spPr>
          <a:xfrm>
            <a:off x="640080" y="573328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Cloud Architecture &amp; Modernization</a:t>
            </a:r>
            <a:endParaRPr sz="1400"/>
          </a:p>
        </p:txBody>
      </p:sp>
      <p:sp>
        <p:nvSpPr>
          <p:cNvPr id="426" name="Google Shape;426;p2"/>
          <p:cNvSpPr txBox="1"/>
          <p:nvPr>
            <p:ph idx="4" type="body"/>
          </p:nvPr>
        </p:nvSpPr>
        <p:spPr>
          <a:xfrm>
            <a:off x="3703320" y="57332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Colaboratorio</a:t>
            </a:r>
            <a:endParaRPr sz="1400"/>
          </a:p>
        </p:txBody>
      </p:sp>
      <p:sp>
        <p:nvSpPr>
          <p:cNvPr id="427" name="Google Shape;427;p2"/>
          <p:cNvSpPr txBox="1"/>
          <p:nvPr>
            <p:ph idx="5" type="body"/>
          </p:nvPr>
        </p:nvSpPr>
        <p:spPr>
          <a:xfrm>
            <a:off x="5760720" y="573328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15:05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egu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gravito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hi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or-que-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-nombre-instanci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b-workloads-ex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8-arquitectur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omo-medi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0-vcpu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1-kne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ja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postg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mo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a-in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b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peril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pre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por-d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rend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a-ar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b-arco-por-d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0-compatibilida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1-esfuerz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b-far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conclus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recomend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aprendizaj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asos-futu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siguientes-p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1"/>
          <p:cNvSpPr txBox="1"/>
          <p:nvPr>
            <p:ph type="title"/>
          </p:nvPr>
        </p:nvSpPr>
        <p:spPr>
          <a:xfrm>
            <a:off x="5760720" y="1920240"/>
            <a:ext cx="5669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b="1"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sz="6000"/>
          </a:p>
        </p:txBody>
      </p:sp>
      <p:sp>
        <p:nvSpPr>
          <p:cNvPr id="756" name="Google Shape;756;p31"/>
          <p:cNvSpPr txBox="1"/>
          <p:nvPr>
            <p:ph idx="1" type="body"/>
          </p:nvPr>
        </p:nvSpPr>
        <p:spPr>
          <a:xfrm>
            <a:off x="5760720" y="3520440"/>
            <a:ext cx="5120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EA7F8"/>
              </a:buClr>
              <a:buSzPts val="2000"/>
              <a:buNone/>
            </a:pPr>
            <a:r>
              <a:rPr lang="en-US" sz="2000">
                <a:solidFill>
                  <a:srgbClr val="BEA7F8"/>
                </a:solidFill>
                <a:latin typeface="Inter"/>
                <a:ea typeface="Inter"/>
                <a:cs typeface="Inter"/>
                <a:sym typeface="Inter"/>
              </a:rPr>
              <a:t>Levanta la mano o acércate al terminar la charla</a:t>
            </a:r>
            <a:endParaRPr sz="2000"/>
          </a:p>
        </p:txBody>
      </p:sp>
      <p:sp>
        <p:nvSpPr>
          <p:cNvPr id="757" name="TextBox 756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3"/>
          <p:cNvSpPr txBox="1"/>
          <p:nvPr>
            <p:ph type="title"/>
          </p:nvPr>
        </p:nvSpPr>
        <p:spPr>
          <a:xfrm>
            <a:off x="640080" y="20116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b="1"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¡Gracias!</a:t>
            </a:r>
            <a:endParaRPr sz="6000"/>
          </a:p>
        </p:txBody>
      </p:sp>
      <p:sp>
        <p:nvSpPr>
          <p:cNvPr id="768" name="Google Shape;768;p33"/>
          <p:cNvSpPr txBox="1"/>
          <p:nvPr>
            <p:ph idx="2" type="body"/>
          </p:nvPr>
        </p:nvSpPr>
        <p:spPr>
          <a:xfrm>
            <a:off x="640080" y="3429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</a:pPr>
            <a:r>
              <a:rPr b="1"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Andrés Zeballos · Victor Herrera</a:t>
            </a:r>
            <a:endParaRPr sz="2200"/>
          </a:p>
        </p:txBody>
      </p:sp>
      <p:sp>
        <p:nvSpPr>
          <p:cNvPr id="769" name="Google Shape;769;p33"/>
          <p:cNvSpPr txBox="1"/>
          <p:nvPr>
            <p:ph idx="3" type="body"/>
          </p:nvPr>
        </p:nvSpPr>
        <p:spPr>
          <a:xfrm>
            <a:off x="640080" y="38862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A7F8"/>
              </a:buClr>
              <a:buSzPts val="1500"/>
              <a:buNone/>
            </a:pPr>
            <a:r>
              <a:rPr lang="en-US"/>
              <a:t>Solutions Architect · phData  |  Cloud Specialist · Caleidos</a:t>
            </a:r>
            <a:endParaRPr/>
          </a:p>
        </p:txBody>
      </p:sp>
      <p:sp>
        <p:nvSpPr>
          <p:cNvPr id="770" name="Google Shape;770;p33"/>
          <p:cNvSpPr txBox="1"/>
          <p:nvPr>
            <p:ph idx="4" type="body"/>
          </p:nvPr>
        </p:nvSpPr>
        <p:spPr>
          <a:xfrm>
            <a:off x="640080" y="457200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6F7"/>
              </a:buClr>
              <a:buSzPts val="1500"/>
              <a:buNone/>
            </a:pPr>
            <a:r>
              <a:rPr lang="en-US" sz="1400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rPr>
              <a:t>Andrés: in/andreszc · github.com/andrezc98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6F7"/>
              </a:buClr>
              <a:buSzPts val="1500"/>
              <a:buNone/>
            </a:pPr>
            <a:r>
              <a:rPr lang="en-US" sz="1400">
                <a:solidFill>
                  <a:srgbClr val="DCD6F7"/>
                </a:solidFill>
                <a:latin typeface="Inter"/>
                <a:ea typeface="Inter"/>
                <a:cs typeface="Inter"/>
                <a:sym typeface="Inter"/>
              </a:rPr>
              <a:t>Victor: in/victor-herreraa · github.com/VotircH</a:t>
            </a:r>
            <a:endParaRPr sz="1500"/>
          </a:p>
        </p:txBody>
      </p:sp>
      <p:pic>
        <p:nvPicPr>
          <p:cNvPr id="772" name="Picture 771" descr="repo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011680"/>
            <a:ext cx="2377440" cy="2377440"/>
          </a:xfrm>
          <a:prstGeom prst="rect">
            <a:avLst/>
          </a:prstGeom>
        </p:spPr>
      </p:pic>
      <p:sp>
        <p:nvSpPr>
          <p:cNvPr id="773" name="TextBox 772"/>
          <p:cNvSpPr txBox="1"/>
          <p:nvPr/>
        </p:nvSpPr>
        <p:spPr>
          <a:xfrm>
            <a:off x="11277600" y="6438000"/>
            <a:ext cx="6400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C86B6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